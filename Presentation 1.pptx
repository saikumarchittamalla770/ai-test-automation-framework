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4" r:id="rId5"/>
    <p:sldId id="265" r:id="rId6"/>
    <p:sldId id="260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496"/>
    <a:srgbClr val="949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24C3E-DC55-04E0-9934-0D69D0B46175}" v="211" dt="2025-11-20T13:13:25.186"/>
    <p1510:client id="{12F30C44-5C4F-3E45-4DA1-CB329588A3BE}" v="227" dt="2025-11-20T19:31:38.298"/>
    <p1510:client id="{165E5974-9002-8359-542A-DBD0BDE00A35}" v="657" dt="2025-11-20T14:59:24.977"/>
    <p1510:client id="{26738D17-E967-EE98-5901-7E42043A653B}" v="8" dt="2025-11-21T05:17:32.401"/>
    <p1510:client id="{272759F9-F7C1-41E0-B06B-9CF2A6E9A81E}" v="144" dt="2025-11-19T19:02:19.600"/>
    <p1510:client id="{2B85F56B-06E0-3E56-DE77-745633207E7A}" v="8" dt="2025-11-20T17:48:54.978"/>
    <p1510:client id="{34667FBF-46C9-49D5-1C44-6B71FF92F2BE}" v="74" dt="2025-11-19T17:09:01.367"/>
    <p1510:client id="{3D933E9F-551C-CEF5-FD86-944259892870}" v="252" dt="2025-11-20T18:40:32.693"/>
    <p1510:client id="{4669F824-16F3-EA60-CC80-36828ED8CE5F}" v="6" dt="2025-11-20T18:46:22.662"/>
    <p1510:client id="{B6AA3199-31A1-9FEA-14AB-D4C4FED888FC}" v="42" dt="2025-11-20T05:45:56.351"/>
    <p1510:client id="{ED8283AA-F0AF-376A-3AD3-6FB95C7FAABD}" v="22" dt="2025-11-21T06:12:34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umar Chittamalla" userId="S::saikumar_chittamalla@thbs.com::52842d66-c666-4246-ae23-1e27420c424a" providerId="AD" clId="Web-{4669F824-16F3-EA60-CC80-36828ED8CE5F}"/>
    <pc:docChg chg="modSld">
      <pc:chgData name="Saikumar Chittamalla" userId="S::saikumar_chittamalla@thbs.com::52842d66-c666-4246-ae23-1e27420c424a" providerId="AD" clId="Web-{4669F824-16F3-EA60-CC80-36828ED8CE5F}" dt="2025-11-20T18:46:22.662" v="5" actId="14100"/>
      <pc:docMkLst>
        <pc:docMk/>
      </pc:docMkLst>
      <pc:sldChg chg="modSp">
        <pc:chgData name="Saikumar Chittamalla" userId="S::saikumar_chittamalla@thbs.com::52842d66-c666-4246-ae23-1e27420c424a" providerId="AD" clId="Web-{4669F824-16F3-EA60-CC80-36828ED8CE5F}" dt="2025-11-20T18:46:22.662" v="5" actId="14100"/>
        <pc:sldMkLst>
          <pc:docMk/>
          <pc:sldMk cId="1882077575" sldId="261"/>
        </pc:sldMkLst>
        <pc:spChg chg="mod">
          <ac:chgData name="Saikumar Chittamalla" userId="S::saikumar_chittamalla@thbs.com::52842d66-c666-4246-ae23-1e27420c424a" providerId="AD" clId="Web-{4669F824-16F3-EA60-CC80-36828ED8CE5F}" dt="2025-11-20T18:46:22.662" v="5" actId="14100"/>
          <ac:spMkLst>
            <pc:docMk/>
            <pc:sldMk cId="1882077575" sldId="261"/>
            <ac:spMk id="3" creationId="{9B947B2A-8683-60F1-8931-41CC2310F847}"/>
          </ac:spMkLst>
        </pc:spChg>
      </pc:sldChg>
    </pc:docChg>
  </pc:docChgLst>
  <pc:docChgLst>
    <pc:chgData name="Roshan Prince" userId="S::roshan_prince@thbs.com::81ddeb21-07b3-42d2-b3a3-77792947f7fd" providerId="AD" clId="Web-{26738D17-E967-EE98-5901-7E42043A653B}"/>
    <pc:docChg chg="modSld">
      <pc:chgData name="Roshan Prince" userId="S::roshan_prince@thbs.com::81ddeb21-07b3-42d2-b3a3-77792947f7fd" providerId="AD" clId="Web-{26738D17-E967-EE98-5901-7E42043A653B}" dt="2025-11-21T05:17:32.401" v="7" actId="20577"/>
      <pc:docMkLst>
        <pc:docMk/>
      </pc:docMkLst>
      <pc:sldChg chg="modSp">
        <pc:chgData name="Roshan Prince" userId="S::roshan_prince@thbs.com::81ddeb21-07b3-42d2-b3a3-77792947f7fd" providerId="AD" clId="Web-{26738D17-E967-EE98-5901-7E42043A653B}" dt="2025-11-21T05:17:32.401" v="7" actId="20577"/>
        <pc:sldMkLst>
          <pc:docMk/>
          <pc:sldMk cId="2519765331" sldId="257"/>
        </pc:sldMkLst>
        <pc:spChg chg="mod">
          <ac:chgData name="Roshan Prince" userId="S::roshan_prince@thbs.com::81ddeb21-07b3-42d2-b3a3-77792947f7fd" providerId="AD" clId="Web-{26738D17-E967-EE98-5901-7E42043A653B}" dt="2025-11-21T05:17:32.401" v="7" actId="20577"/>
          <ac:spMkLst>
            <pc:docMk/>
            <pc:sldMk cId="2519765331" sldId="257"/>
            <ac:spMk id="3" creationId="{74E99ABF-94FC-44D4-1773-914EB890F30F}"/>
          </ac:spMkLst>
        </pc:spChg>
      </pc:sldChg>
    </pc:docChg>
  </pc:docChgLst>
  <pc:docChgLst>
    <pc:chgData name="Sharan Nataraj" userId="S::sharan_nataraj@thbs.com::9e41d03b-7378-4c23-b33a-d421a831a9bd" providerId="AD" clId="Web-{34667FBF-46C9-49D5-1C44-6B71FF92F2BE}"/>
    <pc:docChg chg="modSld">
      <pc:chgData name="Sharan Nataraj" userId="S::sharan_nataraj@thbs.com::9e41d03b-7378-4c23-b33a-d421a831a9bd" providerId="AD" clId="Web-{34667FBF-46C9-49D5-1C44-6B71FF92F2BE}" dt="2025-11-19T17:09:01.367" v="74" actId="14100"/>
      <pc:docMkLst>
        <pc:docMk/>
      </pc:docMkLst>
      <pc:sldChg chg="addSp delSp modSp mod setBg setClrOvrMap">
        <pc:chgData name="Sharan Nataraj" userId="S::sharan_nataraj@thbs.com::9e41d03b-7378-4c23-b33a-d421a831a9bd" providerId="AD" clId="Web-{34667FBF-46C9-49D5-1C44-6B71FF92F2BE}" dt="2025-11-19T17:09:01.367" v="74" actId="14100"/>
        <pc:sldMkLst>
          <pc:docMk/>
          <pc:sldMk cId="109857222" sldId="256"/>
        </pc:sldMkLst>
        <pc:spChg chg="mod">
          <ac:chgData name="Sharan Nataraj" userId="S::sharan_nataraj@thbs.com::9e41d03b-7378-4c23-b33a-d421a831a9bd" providerId="AD" clId="Web-{34667FBF-46C9-49D5-1C44-6B71FF92F2BE}" dt="2025-11-19T17:09:01.367" v="74" actId="1410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haran Nataraj" userId="S::sharan_nataraj@thbs.com::9e41d03b-7378-4c23-b33a-d421a831a9bd" providerId="AD" clId="Web-{34667FBF-46C9-49D5-1C44-6B71FF92F2BE}" dt="2025-11-19T17:08:18.602" v="73" actId="107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haran Nataraj" userId="S::sharan_nataraj@thbs.com::9e41d03b-7378-4c23-b33a-d421a831a9bd" providerId="AD" clId="Web-{34667FBF-46C9-49D5-1C44-6B71FF92F2BE}" dt="2025-11-19T17:07:02.571" v="62"/>
          <ac:spMkLst>
            <pc:docMk/>
            <pc:sldMk cId="109857222" sldId="256"/>
            <ac:spMk id="14" creationId="{5964CBE2-084A-47DF-A704-CF5F6217B569}"/>
          </ac:spMkLst>
        </pc:spChg>
        <pc:spChg chg="add">
          <ac:chgData name="Sharan Nataraj" userId="S::sharan_nataraj@thbs.com::9e41d03b-7378-4c23-b33a-d421a831a9bd" providerId="AD" clId="Web-{34667FBF-46C9-49D5-1C44-6B71FF92F2BE}" dt="2025-11-19T17:07:02.571" v="62"/>
          <ac:spMkLst>
            <pc:docMk/>
            <pc:sldMk cId="109857222" sldId="256"/>
            <ac:spMk id="16" creationId="{686A5CBB-E03B-4019-8BCD-78975D39E48C}"/>
          </ac:spMkLst>
        </pc:spChg>
        <pc:spChg chg="add">
          <ac:chgData name="Sharan Nataraj" userId="S::sharan_nataraj@thbs.com::9e41d03b-7378-4c23-b33a-d421a831a9bd" providerId="AD" clId="Web-{34667FBF-46C9-49D5-1C44-6B71FF92F2BE}" dt="2025-11-19T17:07:02.571" v="62"/>
          <ac:spMkLst>
            <pc:docMk/>
            <pc:sldMk cId="109857222" sldId="256"/>
            <ac:spMk id="18" creationId="{94993204-9792-4E61-A83C-73D4379E2B1C}"/>
          </ac:spMkLst>
        </pc:spChg>
        <pc:picChg chg="mod ord">
          <ac:chgData name="Sharan Nataraj" userId="S::sharan_nataraj@thbs.com::9e41d03b-7378-4c23-b33a-d421a831a9bd" providerId="AD" clId="Web-{34667FBF-46C9-49D5-1C44-6B71FF92F2BE}" dt="2025-11-19T17:07:24.461" v="66" actId="1076"/>
          <ac:picMkLst>
            <pc:docMk/>
            <pc:sldMk cId="109857222" sldId="256"/>
            <ac:picMk id="5" creationId="{78A706B2-23E3-E52A-42B0-6979FE428B06}"/>
          </ac:picMkLst>
        </pc:picChg>
      </pc:sldChg>
      <pc:sldChg chg="addSp delSp modSp">
        <pc:chgData name="Sharan Nataraj" userId="S::sharan_nataraj@thbs.com::9e41d03b-7378-4c23-b33a-d421a831a9bd" providerId="AD" clId="Web-{34667FBF-46C9-49D5-1C44-6B71FF92F2BE}" dt="2025-11-19T17:00:03.803" v="61" actId="20577"/>
        <pc:sldMkLst>
          <pc:docMk/>
          <pc:sldMk cId="2519765331" sldId="257"/>
        </pc:sldMkLst>
        <pc:spChg chg="mod">
          <ac:chgData name="Sharan Nataraj" userId="S::sharan_nataraj@thbs.com::9e41d03b-7378-4c23-b33a-d421a831a9bd" providerId="AD" clId="Web-{34667FBF-46C9-49D5-1C44-6B71FF92F2BE}" dt="2025-11-19T17:00:03.803" v="61" actId="20577"/>
          <ac:spMkLst>
            <pc:docMk/>
            <pc:sldMk cId="2519765331" sldId="257"/>
            <ac:spMk id="3" creationId="{74E99ABF-94FC-44D4-1773-914EB890F30F}"/>
          </ac:spMkLst>
        </pc:spChg>
      </pc:sldChg>
      <pc:sldChg chg="modSp">
        <pc:chgData name="Sharan Nataraj" userId="S::sharan_nataraj@thbs.com::9e41d03b-7378-4c23-b33a-d421a831a9bd" providerId="AD" clId="Web-{34667FBF-46C9-49D5-1C44-6B71FF92F2BE}" dt="2025-11-19T16:48:26.471" v="6" actId="20577"/>
        <pc:sldMkLst>
          <pc:docMk/>
          <pc:sldMk cId="1882077575" sldId="261"/>
        </pc:sldMkLst>
        <pc:spChg chg="mod">
          <ac:chgData name="Sharan Nataraj" userId="S::sharan_nataraj@thbs.com::9e41d03b-7378-4c23-b33a-d421a831a9bd" providerId="AD" clId="Web-{34667FBF-46C9-49D5-1C44-6B71FF92F2BE}" dt="2025-11-19T16:48:26.471" v="6" actId="20577"/>
          <ac:spMkLst>
            <pc:docMk/>
            <pc:sldMk cId="1882077575" sldId="261"/>
            <ac:spMk id="3" creationId="{9B947B2A-8683-60F1-8931-41CC2310F847}"/>
          </ac:spMkLst>
        </pc:spChg>
      </pc:sldChg>
    </pc:docChg>
  </pc:docChgLst>
  <pc:docChgLst>
    <pc:chgData name="Sharan Nataraj" userId="S::sharan_nataraj@thbs.com::9e41d03b-7378-4c23-b33a-d421a831a9bd" providerId="AD" clId="Web-{ED8283AA-F0AF-376A-3AD3-6FB95C7FAABD}"/>
    <pc:docChg chg="addSld modSld sldOrd">
      <pc:chgData name="Sharan Nataraj" userId="S::sharan_nataraj@thbs.com::9e41d03b-7378-4c23-b33a-d421a831a9bd" providerId="AD" clId="Web-{ED8283AA-F0AF-376A-3AD3-6FB95C7FAABD}" dt="2025-11-21T06:12:33.124" v="17" actId="20577"/>
      <pc:docMkLst>
        <pc:docMk/>
      </pc:docMkLst>
      <pc:sldChg chg="addSp delSp modSp add ord replId addAnim delAnim">
        <pc:chgData name="Sharan Nataraj" userId="S::sharan_nataraj@thbs.com::9e41d03b-7378-4c23-b33a-d421a831a9bd" providerId="AD" clId="Web-{ED8283AA-F0AF-376A-3AD3-6FB95C7FAABD}" dt="2025-11-21T06:10:19.796" v="10"/>
        <pc:sldMkLst>
          <pc:docMk/>
          <pc:sldMk cId="2649115486" sldId="264"/>
        </pc:sldMkLst>
        <pc:spChg chg="mod">
          <ac:chgData name="Sharan Nataraj" userId="S::sharan_nataraj@thbs.com::9e41d03b-7378-4c23-b33a-d421a831a9bd" providerId="AD" clId="Web-{ED8283AA-F0AF-376A-3AD3-6FB95C7FAABD}" dt="2025-11-21T05:56:56.337" v="3" actId="20577"/>
          <ac:spMkLst>
            <pc:docMk/>
            <pc:sldMk cId="2649115486" sldId="264"/>
            <ac:spMk id="2" creationId="{EE047EE0-A9AE-69B1-3A59-46FFF1A15A8A}"/>
          </ac:spMkLst>
        </pc:spChg>
        <pc:picChg chg="add mod">
          <ac:chgData name="Sharan Nataraj" userId="S::sharan_nataraj@thbs.com::9e41d03b-7378-4c23-b33a-d421a831a9bd" providerId="AD" clId="Web-{ED8283AA-F0AF-376A-3AD3-6FB95C7FAABD}" dt="2025-11-21T06:09:45.405" v="9" actId="1076"/>
          <ac:picMkLst>
            <pc:docMk/>
            <pc:sldMk cId="2649115486" sldId="264"/>
            <ac:picMk id="4" creationId="{0741CADF-F4C1-1015-3E25-4A42E116BE14}"/>
          </ac:picMkLst>
        </pc:picChg>
        <pc:picChg chg="add del">
          <ac:chgData name="Sharan Nataraj" userId="S::sharan_nataraj@thbs.com::9e41d03b-7378-4c23-b33a-d421a831a9bd" providerId="AD" clId="Web-{ED8283AA-F0AF-376A-3AD3-6FB95C7FAABD}" dt="2025-11-21T06:07:26.389" v="6"/>
          <ac:picMkLst>
            <pc:docMk/>
            <pc:sldMk cId="2649115486" sldId="264"/>
            <ac:picMk id="5" creationId="{BF9F4438-D53E-9FEB-F788-A862A3CC8151}"/>
          </ac:picMkLst>
        </pc:picChg>
      </pc:sldChg>
      <pc:sldChg chg="delSp modSp add replId">
        <pc:chgData name="Sharan Nataraj" userId="S::sharan_nataraj@thbs.com::9e41d03b-7378-4c23-b33a-d421a831a9bd" providerId="AD" clId="Web-{ED8283AA-F0AF-376A-3AD3-6FB95C7FAABD}" dt="2025-11-21T06:12:33.124" v="17" actId="20577"/>
        <pc:sldMkLst>
          <pc:docMk/>
          <pc:sldMk cId="617197520" sldId="265"/>
        </pc:sldMkLst>
        <pc:spChg chg="mod">
          <ac:chgData name="Sharan Nataraj" userId="S::sharan_nataraj@thbs.com::9e41d03b-7378-4c23-b33a-d421a831a9bd" providerId="AD" clId="Web-{ED8283AA-F0AF-376A-3AD3-6FB95C7FAABD}" dt="2025-11-21T06:12:33.124" v="17" actId="20577"/>
          <ac:spMkLst>
            <pc:docMk/>
            <pc:sldMk cId="617197520" sldId="265"/>
            <ac:spMk id="2" creationId="{2115E2AD-5A6D-F1A0-6ABC-674BFA4C7C49}"/>
          </ac:spMkLst>
        </pc:spChg>
        <pc:picChg chg="del">
          <ac:chgData name="Sharan Nataraj" userId="S::sharan_nataraj@thbs.com::9e41d03b-7378-4c23-b33a-d421a831a9bd" providerId="AD" clId="Web-{ED8283AA-F0AF-376A-3AD3-6FB95C7FAABD}" dt="2025-11-21T06:12:23.281" v="12"/>
          <ac:picMkLst>
            <pc:docMk/>
            <pc:sldMk cId="617197520" sldId="265"/>
            <ac:picMk id="4" creationId="{FF4A0BF5-FD60-5EC1-A33B-3F84C9E61CC6}"/>
          </ac:picMkLst>
        </pc:picChg>
      </pc:sldChg>
    </pc:docChg>
  </pc:docChgLst>
  <pc:docChgLst>
    <pc:chgData name="Sharan Nataraj" userId="S::sharan_nataraj@thbs.com::9e41d03b-7378-4c23-b33a-d421a831a9bd" providerId="AD" clId="Web-{B6AA3199-31A1-9FEA-14AB-D4C4FED888FC}"/>
    <pc:docChg chg="mod modSld addMainMaster delMainMaster">
      <pc:chgData name="Sharan Nataraj" userId="S::sharan_nataraj@thbs.com::9e41d03b-7378-4c23-b33a-d421a831a9bd" providerId="AD" clId="Web-{B6AA3199-31A1-9FEA-14AB-D4C4FED888FC}" dt="2025-11-20T05:45:56.351" v="38"/>
      <pc:docMkLst>
        <pc:docMk/>
      </pc:docMkLst>
      <pc:sldChg chg="addSp delSp modSp mod modClrScheme delDesignElem chgLayout">
        <pc:chgData name="Sharan Nataraj" userId="S::sharan_nataraj@thbs.com::9e41d03b-7378-4c23-b33a-d421a831a9bd" providerId="AD" clId="Web-{B6AA3199-31A1-9FEA-14AB-D4C4FED888FC}" dt="2025-11-20T05:45:56.351" v="38"/>
        <pc:sldMkLst>
          <pc:docMk/>
          <pc:sldMk cId="109857222" sldId="256"/>
        </pc:sldMkLst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109857222" sldId="256"/>
            <ac:spMk id="14" creationId="{5964CBE2-084A-47DF-A704-CF5F6217B569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109857222" sldId="256"/>
            <ac:spMk id="16" creationId="{686A5CBB-E03B-4019-8BCD-78975D39E48C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109857222" sldId="256"/>
            <ac:spMk id="18" creationId="{94993204-9792-4E61-A83C-73D4379E2B1C}"/>
          </ac:spMkLst>
        </pc:spChg>
      </pc:sldChg>
      <pc:sldChg chg="addSp delSp modSp mod modClrScheme delDesignElem chgLayout">
        <pc:chgData name="Sharan Nataraj" userId="S::sharan_nataraj@thbs.com::9e41d03b-7378-4c23-b33a-d421a831a9bd" providerId="AD" clId="Web-{B6AA3199-31A1-9FEA-14AB-D4C4FED888FC}" dt="2025-11-20T05:45:56.351" v="38"/>
        <pc:sldMkLst>
          <pc:docMk/>
          <pc:sldMk cId="2519765331" sldId="257"/>
        </pc:sldMkLst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2519765331" sldId="257"/>
            <ac:spMk id="2" creationId="{8E92BD83-D9F7-769C-CBE2-C18B6B1EBCBF}"/>
          </ac:spMkLst>
        </pc:spChg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2519765331" sldId="257"/>
            <ac:spMk id="3" creationId="{74E99ABF-94FC-44D4-1773-914EB890F30F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2519765331" sldId="257"/>
            <ac:spMk id="10" creationId="{6F4C891B-62D0-4250-AEB7-0F42BAD78D7D}"/>
          </ac:spMkLst>
        </pc:spChg>
      </pc:sldChg>
      <pc:sldChg chg="modSp mod modClrScheme chgLayout">
        <pc:chgData name="Sharan Nataraj" userId="S::sharan_nataraj@thbs.com::9e41d03b-7378-4c23-b33a-d421a831a9bd" providerId="AD" clId="Web-{B6AA3199-31A1-9FEA-14AB-D4C4FED888FC}" dt="2025-11-20T05:45:56.351" v="38"/>
        <pc:sldMkLst>
          <pc:docMk/>
          <pc:sldMk cId="2821770923" sldId="259"/>
        </pc:sldMkLst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2821770923" sldId="259"/>
            <ac:spMk id="2" creationId="{71642494-EC93-A67E-3382-323048351562}"/>
          </ac:spMkLst>
        </pc:spChg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2821770923" sldId="259"/>
            <ac:spMk id="3" creationId="{5619BA4A-7939-0D70-308F-47B4B9F7C251}"/>
          </ac:spMkLst>
        </pc:spChg>
      </pc:sldChg>
      <pc:sldChg chg="modSp mod modClrScheme chgLayout">
        <pc:chgData name="Sharan Nataraj" userId="S::sharan_nataraj@thbs.com::9e41d03b-7378-4c23-b33a-d421a831a9bd" providerId="AD" clId="Web-{B6AA3199-31A1-9FEA-14AB-D4C4FED888FC}" dt="2025-11-20T05:45:56.351" v="38"/>
        <pc:sldMkLst>
          <pc:docMk/>
          <pc:sldMk cId="911313721" sldId="260"/>
        </pc:sldMkLst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911313721" sldId="260"/>
            <ac:spMk id="2" creationId="{3647B042-5866-E2A0-12E2-B38663019658}"/>
          </ac:spMkLst>
        </pc:spChg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911313721" sldId="260"/>
            <ac:spMk id="3" creationId="{2D1C3D0B-0FD9-1342-81D0-83E786A9A3DB}"/>
          </ac:spMkLst>
        </pc:spChg>
      </pc:sldChg>
      <pc:sldChg chg="addSp delSp modSp mod modClrScheme delDesignElem chgLayout">
        <pc:chgData name="Sharan Nataraj" userId="S::sharan_nataraj@thbs.com::9e41d03b-7378-4c23-b33a-d421a831a9bd" providerId="AD" clId="Web-{B6AA3199-31A1-9FEA-14AB-D4C4FED888FC}" dt="2025-11-20T05:45:56.351" v="38"/>
        <pc:sldMkLst>
          <pc:docMk/>
          <pc:sldMk cId="1882077575" sldId="261"/>
        </pc:sldMkLst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1882077575" sldId="261"/>
            <ac:spMk id="2" creationId="{28CB9807-7F14-032D-3493-72A647873753}"/>
          </ac:spMkLst>
        </pc:spChg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1882077575" sldId="261"/>
            <ac:spMk id="3" creationId="{9B947B2A-8683-60F1-8931-41CC2310F847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1882077575" sldId="261"/>
            <ac:spMk id="8" creationId="{6CC7D015-0DD8-420F-A568-AC4FEDC41251}"/>
          </ac:spMkLst>
        </pc:spChg>
      </pc:sldChg>
      <pc:sldChg chg="addSp delSp modSp mod setBg modClrScheme delDesignElem chgLayout">
        <pc:chgData name="Sharan Nataraj" userId="S::sharan_nataraj@thbs.com::9e41d03b-7378-4c23-b33a-d421a831a9bd" providerId="AD" clId="Web-{B6AA3199-31A1-9FEA-14AB-D4C4FED888FC}" dt="2025-11-20T05:45:56.351" v="38"/>
        <pc:sldMkLst>
          <pc:docMk/>
          <pc:sldMk cId="3156746505" sldId="262"/>
        </pc:sldMkLst>
        <pc:spChg chg="del">
          <ac:chgData name="Sharan Nataraj" userId="S::sharan_nataraj@thbs.com::9e41d03b-7378-4c23-b33a-d421a831a9bd" providerId="AD" clId="Web-{B6AA3199-31A1-9FEA-14AB-D4C4FED888FC}" dt="2025-11-20T05:38:01.215" v="0"/>
          <ac:spMkLst>
            <pc:docMk/>
            <pc:sldMk cId="3156746505" sldId="262"/>
            <ac:spMk id="2" creationId="{3F43E356-80DF-7387-08F9-528EB5AFDF6C}"/>
          </ac:spMkLst>
        </pc:spChg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3156746505" sldId="262"/>
            <ac:spMk id="3" creationId="{CDF9CC9E-D8B0-D4B8-9671-C9BA2D492B5D}"/>
          </ac:spMkLst>
        </pc:spChg>
        <pc:spChg chg="add mod">
          <ac:chgData name="Sharan Nataraj" userId="S::sharan_nataraj@thbs.com::9e41d03b-7378-4c23-b33a-d421a831a9bd" providerId="AD" clId="Web-{B6AA3199-31A1-9FEA-14AB-D4C4FED888FC}" dt="2025-11-20T05:44:29.766" v="36" actId="14100"/>
          <ac:spMkLst>
            <pc:docMk/>
            <pc:sldMk cId="3156746505" sldId="262"/>
            <ac:spMk id="5" creationId="{48C1240B-1839-DFB5-D345-6DBC451EE775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3156746505" sldId="262"/>
            <ac:spMk id="9" creationId="{5A0118C5-4F8D-4CF4-BADD-53FEACC6C42A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39:51.264" v="7"/>
          <ac:spMkLst>
            <pc:docMk/>
            <pc:sldMk cId="3156746505" sldId="262"/>
            <ac:spMk id="10" creationId="{EDDBB197-D710-4A4F-A9CA-FD2177498BE8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39:51.264" v="7"/>
          <ac:spMkLst>
            <pc:docMk/>
            <pc:sldMk cId="3156746505" sldId="262"/>
            <ac:spMk id="12" creationId="{975D1CFA-2CDB-4B64-BD9F-85744E8DA12F}"/>
          </ac:spMkLst>
        </pc:spChg>
        <pc:spChg chg="add del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3156746505" sldId="262"/>
            <ac:spMk id="15" creationId="{4E0A5C5C-2A95-428E-9F6A-0D29EBD57C9F}"/>
          </ac:spMkLst>
        </pc:spChg>
        <pc:grpChg chg="add del">
          <ac:chgData name="Sharan Nataraj" userId="S::sharan_nataraj@thbs.com::9e41d03b-7378-4c23-b33a-d421a831a9bd" providerId="AD" clId="Web-{B6AA3199-31A1-9FEA-14AB-D4C4FED888FC}" dt="2025-11-20T05:45:56.351" v="38"/>
          <ac:grpSpMkLst>
            <pc:docMk/>
            <pc:sldMk cId="3156746505" sldId="262"/>
            <ac:grpSpMk id="11" creationId="{2A638C7D-9088-41A9-88A0-7357157BC168}"/>
          </ac:grpSpMkLst>
        </pc:grpChg>
        <pc:grpChg chg="add del">
          <ac:chgData name="Sharan Nataraj" userId="S::sharan_nataraj@thbs.com::9e41d03b-7378-4c23-b33a-d421a831a9bd" providerId="AD" clId="Web-{B6AA3199-31A1-9FEA-14AB-D4C4FED888FC}" dt="2025-11-20T05:39:51.264" v="7"/>
          <ac:grpSpMkLst>
            <pc:docMk/>
            <pc:sldMk cId="3156746505" sldId="262"/>
            <ac:grpSpMk id="14" creationId="{25EE5136-01F1-466C-962D-BA9B4C6757AA}"/>
          </ac:grpSpMkLst>
        </pc:grpChg>
        <pc:grpChg chg="add del">
          <ac:chgData name="Sharan Nataraj" userId="S::sharan_nataraj@thbs.com::9e41d03b-7378-4c23-b33a-d421a831a9bd" providerId="AD" clId="Web-{B6AA3199-31A1-9FEA-14AB-D4C4FED888FC}" dt="2025-11-20T05:45:56.351" v="38"/>
          <ac:grpSpMkLst>
            <pc:docMk/>
            <pc:sldMk cId="3156746505" sldId="262"/>
            <ac:grpSpMk id="17" creationId="{3F219210-B16A-47B6-9AA8-207DAFF37E66}"/>
          </ac:grpSpMkLst>
        </pc:grpChg>
        <pc:grpChg chg="add del">
          <ac:chgData name="Sharan Nataraj" userId="S::sharan_nataraj@thbs.com::9e41d03b-7378-4c23-b33a-d421a831a9bd" providerId="AD" clId="Web-{B6AA3199-31A1-9FEA-14AB-D4C4FED888FC}" dt="2025-11-20T05:45:56.351" v="38"/>
          <ac:grpSpMkLst>
            <pc:docMk/>
            <pc:sldMk cId="3156746505" sldId="262"/>
            <ac:grpSpMk id="21" creationId="{582A903B-6B78-4F0A-B7C9-3D80499020B8}"/>
          </ac:grpSpMkLst>
        </pc:grpChg>
        <pc:picChg chg="add mod">
          <ac:chgData name="Sharan Nataraj" userId="S::sharan_nataraj@thbs.com::9e41d03b-7378-4c23-b33a-d421a831a9bd" providerId="AD" clId="Web-{B6AA3199-31A1-9FEA-14AB-D4C4FED888FC}" dt="2025-11-20T05:42:16.593" v="10"/>
          <ac:picMkLst>
            <pc:docMk/>
            <pc:sldMk cId="3156746505" sldId="262"/>
            <ac:picMk id="4" creationId="{B63712F1-80CA-966C-336A-164D354910F3}"/>
          </ac:picMkLst>
        </pc:picChg>
        <pc:picChg chg="add del">
          <ac:chgData name="Sharan Nataraj" userId="S::sharan_nataraj@thbs.com::9e41d03b-7378-4c23-b33a-d421a831a9bd" providerId="AD" clId="Web-{B6AA3199-31A1-9FEA-14AB-D4C4FED888FC}" dt="2025-11-20T05:39:51.264" v="7"/>
          <ac:picMkLst>
            <pc:docMk/>
            <pc:sldMk cId="3156746505" sldId="262"/>
            <ac:picMk id="7" creationId="{B63712F1-80CA-966C-336A-164D354910F3}"/>
          </ac:picMkLst>
        </pc:picChg>
      </pc:sldChg>
      <pc:sldChg chg="modSp mod modClrScheme chgLayout">
        <pc:chgData name="Sharan Nataraj" userId="S::sharan_nataraj@thbs.com::9e41d03b-7378-4c23-b33a-d421a831a9bd" providerId="AD" clId="Web-{B6AA3199-31A1-9FEA-14AB-D4C4FED888FC}" dt="2025-11-20T05:45:56.351" v="38"/>
        <pc:sldMkLst>
          <pc:docMk/>
          <pc:sldMk cId="3553523337" sldId="263"/>
        </pc:sldMkLst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3553523337" sldId="263"/>
            <ac:spMk id="2" creationId="{DA511B4C-5D74-DF74-9F73-C40FF369D7EC}"/>
          </ac:spMkLst>
        </pc:spChg>
        <pc:spChg chg="mod ord">
          <ac:chgData name="Sharan Nataraj" userId="S::sharan_nataraj@thbs.com::9e41d03b-7378-4c23-b33a-d421a831a9bd" providerId="AD" clId="Web-{B6AA3199-31A1-9FEA-14AB-D4C4FED888FC}" dt="2025-11-20T05:45:56.351" v="38"/>
          <ac:spMkLst>
            <pc:docMk/>
            <pc:sldMk cId="3553523337" sldId="263"/>
            <ac:spMk id="3" creationId="{F722AF40-C6CD-760A-079D-D470C15822B9}"/>
          </ac:spMkLst>
        </pc:spChg>
      </pc:sldChg>
      <pc:sldMasterChg chg="add del addSldLayout delSldLayout">
        <pc:chgData name="Sharan Nataraj" userId="S::sharan_nataraj@thbs.com::9e41d03b-7378-4c23-b33a-d421a831a9bd" providerId="AD" clId="Web-{B6AA3199-31A1-9FEA-14AB-D4C4FED888FC}" dt="2025-11-20T05:45:56.351" v="38"/>
        <pc:sldMasterMkLst>
          <pc:docMk/>
          <pc:sldMasterMk cId="2460954070" sldId="2147483660"/>
        </pc:sldMasterMkLst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haran Nataraj" userId="S::sharan_nataraj@thbs.com::9e41d03b-7378-4c23-b33a-d421a831a9bd" providerId="AD" clId="Web-{B6AA3199-31A1-9FEA-14AB-D4C4FED888FC}" dt="2025-11-20T05:45:56.351" v="38"/>
        <pc:sldMasterMkLst>
          <pc:docMk/>
          <pc:sldMasterMk cId="612465596" sldId="2147483672"/>
        </pc:sldMasterMkLst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1373504173" sldId="2147483673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21689370" sldId="2147483674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3483881866" sldId="2147483675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2541123301" sldId="2147483676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2348454980" sldId="2147483677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1820404390" sldId="2147483678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3088814334" sldId="2147483679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2531670758" sldId="2147483680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564048155" sldId="2147483681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714296980" sldId="2147483682"/>
          </pc:sldLayoutMkLst>
        </pc:sldLayoutChg>
        <pc:sldLayoutChg chg="add del mod replId">
          <pc:chgData name="Sharan Nataraj" userId="S::sharan_nataraj@thbs.com::9e41d03b-7378-4c23-b33a-d421a831a9bd" providerId="AD" clId="Web-{B6AA3199-31A1-9FEA-14AB-D4C4FED888FC}" dt="2025-11-20T05:45:56.351" v="38"/>
          <pc:sldLayoutMkLst>
            <pc:docMk/>
            <pc:sldMasterMk cId="612465596" sldId="2147483672"/>
            <pc:sldLayoutMk cId="1125078673" sldId="2147483683"/>
          </pc:sldLayoutMkLst>
        </pc:sldLayoutChg>
      </pc:sldMasterChg>
    </pc:docChg>
  </pc:docChgLst>
  <pc:docChgLst>
    <pc:chgData name="Sharan Nataraj" userId="S::sharan_nataraj@thbs.com::9e41d03b-7378-4c23-b33a-d421a831a9bd" providerId="AD" clId="Web-{12F30C44-5C4F-3E45-4DA1-CB329588A3BE}"/>
    <pc:docChg chg="addSld delSld modSld">
      <pc:chgData name="Sharan Nataraj" userId="S::sharan_nataraj@thbs.com::9e41d03b-7378-4c23-b33a-d421a831a9bd" providerId="AD" clId="Web-{12F30C44-5C4F-3E45-4DA1-CB329588A3BE}" dt="2025-11-20T19:31:38.298" v="213" actId="20577"/>
      <pc:docMkLst>
        <pc:docMk/>
      </pc:docMkLst>
      <pc:sldChg chg="modSp add del addAnim modAnim">
        <pc:chgData name="Sharan Nataraj" userId="S::sharan_nataraj@thbs.com::9e41d03b-7378-4c23-b33a-d421a831a9bd" providerId="AD" clId="Web-{12F30C44-5C4F-3E45-4DA1-CB329588A3BE}" dt="2025-11-20T19:31:38.298" v="213" actId="20577"/>
        <pc:sldMkLst>
          <pc:docMk/>
          <pc:sldMk cId="109857222" sldId="256"/>
        </pc:sldMkLst>
        <pc:spChg chg="mod">
          <ac:chgData name="Sharan Nataraj" userId="S::sharan_nataraj@thbs.com::9e41d03b-7378-4c23-b33a-d421a831a9bd" providerId="AD" clId="Web-{12F30C44-5C4F-3E45-4DA1-CB329588A3BE}" dt="2025-11-20T19:31:38.298" v="21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haran Nataraj" userId="S::sharan_nataraj@thbs.com::9e41d03b-7378-4c23-b33a-d421a831a9bd" providerId="AD" clId="Web-{12F30C44-5C4F-3E45-4DA1-CB329588A3BE}" dt="2025-11-20T19:07:36.369" v="134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mod setBg modClrScheme delDesignElem chgLayout">
        <pc:chgData name="Sharan Nataraj" userId="S::sharan_nataraj@thbs.com::9e41d03b-7378-4c23-b33a-d421a831a9bd" providerId="AD" clId="Web-{12F30C44-5C4F-3E45-4DA1-CB329588A3BE}" dt="2025-11-20T19:15:30.546" v="161" actId="20577"/>
        <pc:sldMkLst>
          <pc:docMk/>
          <pc:sldMk cId="2519765331" sldId="257"/>
        </pc:sldMkLst>
        <pc:spChg chg="add del mod">
          <ac:chgData name="Sharan Nataraj" userId="S::sharan_nataraj@thbs.com::9e41d03b-7378-4c23-b33a-d421a831a9bd" providerId="AD" clId="Web-{12F30C44-5C4F-3E45-4DA1-CB329588A3BE}" dt="2025-11-20T18:55:34.652" v="51"/>
          <ac:spMkLst>
            <pc:docMk/>
            <pc:sldMk cId="2519765331" sldId="257"/>
            <ac:spMk id="2" creationId="{8E92BD83-D9F7-769C-CBE2-C18B6B1EBCBF}"/>
          </ac:spMkLst>
        </pc:spChg>
        <pc:spChg chg="mod ord">
          <ac:chgData name="Sharan Nataraj" userId="S::sharan_nataraj@thbs.com::9e41d03b-7378-4c23-b33a-d421a831a9bd" providerId="AD" clId="Web-{12F30C44-5C4F-3E45-4DA1-CB329588A3BE}" dt="2025-11-20T19:15:30.546" v="161" actId="20577"/>
          <ac:spMkLst>
            <pc:docMk/>
            <pc:sldMk cId="2519765331" sldId="257"/>
            <ac:spMk id="3" creationId="{74E99ABF-94FC-44D4-1773-914EB890F30F}"/>
          </ac:spMkLst>
        </pc:spChg>
        <pc:spChg chg="add del">
          <ac:chgData name="Sharan Nataraj" userId="S::sharan_nataraj@thbs.com::9e41d03b-7378-4c23-b33a-d421a831a9bd" providerId="AD" clId="Web-{12F30C44-5C4F-3E45-4DA1-CB329588A3BE}" dt="2025-11-20T18:55:27.402" v="49"/>
          <ac:spMkLst>
            <pc:docMk/>
            <pc:sldMk cId="2519765331" sldId="257"/>
            <ac:spMk id="12" creationId="{9AA72BD9-2C5A-4EDC-931F-5AA08EACA0F3}"/>
          </ac:spMkLst>
        </pc:spChg>
        <pc:spChg chg="add del">
          <ac:chgData name="Sharan Nataraj" userId="S::sharan_nataraj@thbs.com::9e41d03b-7378-4c23-b33a-d421a831a9bd" providerId="AD" clId="Web-{12F30C44-5C4F-3E45-4DA1-CB329588A3BE}" dt="2025-11-20T18:55:27.402" v="49"/>
          <ac:spMkLst>
            <pc:docMk/>
            <pc:sldMk cId="2519765331" sldId="257"/>
            <ac:spMk id="13" creationId="{DD3981AC-7B61-4947-BCF3-F7AA7FA385B9}"/>
          </ac:spMkLst>
        </pc:spChg>
        <pc:picChg chg="mod">
          <ac:chgData name="Sharan Nataraj" userId="S::sharan_nataraj@thbs.com::9e41d03b-7378-4c23-b33a-d421a831a9bd" providerId="AD" clId="Web-{12F30C44-5C4F-3E45-4DA1-CB329588A3BE}" dt="2025-11-20T19:02:55.600" v="106" actId="1076"/>
          <ac:picMkLst>
            <pc:docMk/>
            <pc:sldMk cId="2519765331" sldId="257"/>
            <ac:picMk id="5" creationId="{DD6C1E7D-C9A0-7DE1-8954-09F6BB4C3830}"/>
          </ac:picMkLst>
        </pc:picChg>
      </pc:sldChg>
      <pc:sldChg chg="modSp modTransition addAnim delAnim">
        <pc:chgData name="Sharan Nataraj" userId="S::sharan_nataraj@thbs.com::9e41d03b-7378-4c23-b33a-d421a831a9bd" providerId="AD" clId="Web-{12F30C44-5C4F-3E45-4DA1-CB329588A3BE}" dt="2025-11-20T19:25:04.932" v="198" actId="20577"/>
        <pc:sldMkLst>
          <pc:docMk/>
          <pc:sldMk cId="2821770923" sldId="259"/>
        </pc:sldMkLst>
        <pc:spChg chg="mod">
          <ac:chgData name="Sharan Nataraj" userId="S::sharan_nataraj@thbs.com::9e41d03b-7378-4c23-b33a-d421a831a9bd" providerId="AD" clId="Web-{12F30C44-5C4F-3E45-4DA1-CB329588A3BE}" dt="2025-11-20T19:25:04.932" v="198" actId="20577"/>
          <ac:spMkLst>
            <pc:docMk/>
            <pc:sldMk cId="2821770923" sldId="259"/>
            <ac:spMk id="2" creationId="{71642494-EC93-A67E-3382-323048351562}"/>
          </ac:spMkLst>
        </pc:spChg>
      </pc:sldChg>
      <pc:sldChg chg="modSp modTransition addAnim">
        <pc:chgData name="Sharan Nataraj" userId="S::sharan_nataraj@thbs.com::9e41d03b-7378-4c23-b33a-d421a831a9bd" providerId="AD" clId="Web-{12F30C44-5C4F-3E45-4DA1-CB329588A3BE}" dt="2025-11-20T19:17:00.342" v="165"/>
        <pc:sldMkLst>
          <pc:docMk/>
          <pc:sldMk cId="911313721" sldId="260"/>
        </pc:sldMkLst>
        <pc:spChg chg="mod">
          <ac:chgData name="Sharan Nataraj" userId="S::sharan_nataraj@thbs.com::9e41d03b-7378-4c23-b33a-d421a831a9bd" providerId="AD" clId="Web-{12F30C44-5C4F-3E45-4DA1-CB329588A3BE}" dt="2025-11-20T19:15:46.468" v="163" actId="20577"/>
          <ac:spMkLst>
            <pc:docMk/>
            <pc:sldMk cId="911313721" sldId="260"/>
            <ac:spMk id="2" creationId="{3647B042-5866-E2A0-12E2-B38663019658}"/>
          </ac:spMkLst>
        </pc:spChg>
      </pc:sldChg>
      <pc:sldChg chg="delSp modSp">
        <pc:chgData name="Sharan Nataraj" userId="S::sharan_nataraj@thbs.com::9e41d03b-7378-4c23-b33a-d421a831a9bd" providerId="AD" clId="Web-{12F30C44-5C4F-3E45-4DA1-CB329588A3BE}" dt="2025-11-20T19:15:40.218" v="162" actId="20577"/>
        <pc:sldMkLst>
          <pc:docMk/>
          <pc:sldMk cId="1882077575" sldId="261"/>
        </pc:sldMkLst>
        <pc:spChg chg="mod">
          <ac:chgData name="Sharan Nataraj" userId="S::sharan_nataraj@thbs.com::9e41d03b-7378-4c23-b33a-d421a831a9bd" providerId="AD" clId="Web-{12F30C44-5C4F-3E45-4DA1-CB329588A3BE}" dt="2025-11-20T19:15:40.218" v="162" actId="20577"/>
          <ac:spMkLst>
            <pc:docMk/>
            <pc:sldMk cId="1882077575" sldId="261"/>
            <ac:spMk id="2" creationId="{28CB9807-7F14-032D-3493-72A647873753}"/>
          </ac:spMkLst>
        </pc:spChg>
        <pc:spChg chg="mod">
          <ac:chgData name="Sharan Nataraj" userId="S::sharan_nataraj@thbs.com::9e41d03b-7378-4c23-b33a-d421a831a9bd" providerId="AD" clId="Web-{12F30C44-5C4F-3E45-4DA1-CB329588A3BE}" dt="2025-11-20T19:04:38.886" v="119" actId="1076"/>
          <ac:spMkLst>
            <pc:docMk/>
            <pc:sldMk cId="1882077575" sldId="261"/>
            <ac:spMk id="3" creationId="{9B947B2A-8683-60F1-8931-41CC2310F847}"/>
          </ac:spMkLst>
        </pc:spChg>
        <pc:spChg chg="del">
          <ac:chgData name="Sharan Nataraj" userId="S::sharan_nataraj@thbs.com::9e41d03b-7378-4c23-b33a-d421a831a9bd" providerId="AD" clId="Web-{12F30C44-5C4F-3E45-4DA1-CB329588A3BE}" dt="2025-11-20T18:46:39.186" v="3"/>
          <ac:spMkLst>
            <pc:docMk/>
            <pc:sldMk cId="1882077575" sldId="261"/>
            <ac:spMk id="65" creationId="{55D4142C-5077-457F-A6AD-3FECFDB39685}"/>
          </ac:spMkLst>
        </pc:spChg>
        <pc:spChg chg="del">
          <ac:chgData name="Sharan Nataraj" userId="S::sharan_nataraj@thbs.com::9e41d03b-7378-4c23-b33a-d421a831a9bd" providerId="AD" clId="Web-{12F30C44-5C4F-3E45-4DA1-CB329588A3BE}" dt="2025-11-20T18:46:26.937" v="0"/>
          <ac:spMkLst>
            <pc:docMk/>
            <pc:sldMk cId="1882077575" sldId="261"/>
            <ac:spMk id="66" creationId="{7A5F0580-5EE9-419F-96EE-B6529EF6E7D0}"/>
          </ac:spMkLst>
        </pc:spChg>
      </pc:sldChg>
      <pc:sldChg chg="addSp delSp modSp del mod setBg">
        <pc:chgData name="Sharan Nataraj" userId="S::sharan_nataraj@thbs.com::9e41d03b-7378-4c23-b33a-d421a831a9bd" providerId="AD" clId="Web-{12F30C44-5C4F-3E45-4DA1-CB329588A3BE}" dt="2025-11-20T19:24:25.604" v="195"/>
        <pc:sldMkLst>
          <pc:docMk/>
          <pc:sldMk cId="3156746505" sldId="262"/>
        </pc:sldMkLst>
        <pc:spChg chg="mod">
          <ac:chgData name="Sharan Nataraj" userId="S::sharan_nataraj@thbs.com::9e41d03b-7378-4c23-b33a-d421a831a9bd" providerId="AD" clId="Web-{12F30C44-5C4F-3E45-4DA1-CB329588A3BE}" dt="2025-11-20T19:24:01.542" v="186" actId="20577"/>
          <ac:spMkLst>
            <pc:docMk/>
            <pc:sldMk cId="3156746505" sldId="262"/>
            <ac:spMk id="3" creationId="{CDF9CC9E-D8B0-D4B8-9671-C9BA2D492B5D}"/>
          </ac:spMkLst>
        </pc:spChg>
        <pc:spChg chg="mod">
          <ac:chgData name="Sharan Nataraj" userId="S::sharan_nataraj@thbs.com::9e41d03b-7378-4c23-b33a-d421a831a9bd" providerId="AD" clId="Web-{12F30C44-5C4F-3E45-4DA1-CB329588A3BE}" dt="2025-11-20T19:24:18.948" v="192" actId="20577"/>
          <ac:spMkLst>
            <pc:docMk/>
            <pc:sldMk cId="3156746505" sldId="262"/>
            <ac:spMk id="5" creationId="{48C1240B-1839-DFB5-D345-6DBC451EE775}"/>
          </ac:spMkLst>
        </pc:spChg>
        <pc:spChg chg="mod">
          <ac:chgData name="Sharan Nataraj" userId="S::sharan_nataraj@thbs.com::9e41d03b-7378-4c23-b33a-d421a831a9bd" providerId="AD" clId="Web-{12F30C44-5C4F-3E45-4DA1-CB329588A3BE}" dt="2025-11-20T19:08:30.774" v="136"/>
          <ac:spMkLst>
            <pc:docMk/>
            <pc:sldMk cId="3156746505" sldId="262"/>
            <ac:spMk id="9" creationId="{5A0118C5-4F8D-4CF4-BADD-53FEACC6C42A}"/>
          </ac:spMkLst>
        </pc:spChg>
        <pc:spChg chg="add del">
          <ac:chgData name="Sharan Nataraj" userId="S::sharan_nataraj@thbs.com::9e41d03b-7378-4c23-b33a-d421a831a9bd" providerId="AD" clId="Web-{12F30C44-5C4F-3E45-4DA1-CB329588A3BE}" dt="2025-11-20T19:23:27.933" v="181"/>
          <ac:spMkLst>
            <pc:docMk/>
            <pc:sldMk cId="3156746505" sldId="262"/>
            <ac:spMk id="15" creationId="{4E0A5C5C-2A95-428E-9F6A-0D29EBD57C9F}"/>
          </ac:spMkLst>
        </pc:spChg>
        <pc:grpChg chg="del">
          <ac:chgData name="Sharan Nataraj" userId="S::sharan_nataraj@thbs.com::9e41d03b-7378-4c23-b33a-d421a831a9bd" providerId="AD" clId="Web-{12F30C44-5C4F-3E45-4DA1-CB329588A3BE}" dt="2025-11-20T19:23:20.386" v="179"/>
          <ac:grpSpMkLst>
            <pc:docMk/>
            <pc:sldMk cId="3156746505" sldId="262"/>
            <ac:grpSpMk id="11" creationId="{2A638C7D-9088-41A9-88A0-7357157BC168}"/>
          </ac:grpSpMkLst>
        </pc:grpChg>
        <pc:picChg chg="del">
          <ac:chgData name="Sharan Nataraj" userId="S::sharan_nataraj@thbs.com::9e41d03b-7378-4c23-b33a-d421a831a9bd" providerId="AD" clId="Web-{12F30C44-5C4F-3E45-4DA1-CB329588A3BE}" dt="2025-11-20T19:23:33.386" v="183"/>
          <ac:picMkLst>
            <pc:docMk/>
            <pc:sldMk cId="3156746505" sldId="262"/>
            <ac:picMk id="4" creationId="{B63712F1-80CA-966C-336A-164D354910F3}"/>
          </ac:picMkLst>
        </pc:picChg>
      </pc:sldChg>
      <pc:sldChg chg="addSp delSp modSp add mod replId setBg modClrScheme delDesignElem chgLayout">
        <pc:chgData name="Sharan Nataraj" userId="S::sharan_nataraj@thbs.com::9e41d03b-7378-4c23-b33a-d421a831a9bd" providerId="AD" clId="Web-{12F30C44-5C4F-3E45-4DA1-CB329588A3BE}" dt="2025-11-20T19:26:04.695" v="207" actId="1076"/>
        <pc:sldMkLst>
          <pc:docMk/>
          <pc:sldMk cId="4049696266" sldId="263"/>
        </pc:sldMkLst>
        <pc:spChg chg="del mod">
          <ac:chgData name="Sharan Nataraj" userId="S::sharan_nataraj@thbs.com::9e41d03b-7378-4c23-b33a-d421a831a9bd" providerId="AD" clId="Web-{12F30C44-5C4F-3E45-4DA1-CB329588A3BE}" dt="2025-11-20T19:23:07.105" v="177"/>
          <ac:spMkLst>
            <pc:docMk/>
            <pc:sldMk cId="4049696266" sldId="263"/>
            <ac:spMk id="2" creationId="{E5E5CBA2-6E2F-5F3C-ED97-A7D0F8430A02}"/>
          </ac:spMkLst>
        </pc:spChg>
        <pc:spChg chg="del">
          <ac:chgData name="Sharan Nataraj" userId="S::sharan_nataraj@thbs.com::9e41d03b-7378-4c23-b33a-d421a831a9bd" providerId="AD" clId="Web-{12F30C44-5C4F-3E45-4DA1-CB329588A3BE}" dt="2025-11-20T19:23:07.105" v="177"/>
          <ac:spMkLst>
            <pc:docMk/>
            <pc:sldMk cId="4049696266" sldId="263"/>
            <ac:spMk id="9" creationId="{145685B2-4893-8ABA-2C5C-AAB82FFABFDB}"/>
          </ac:spMkLst>
        </pc:spChg>
        <pc:spChg chg="del">
          <ac:chgData name="Sharan Nataraj" userId="S::sharan_nataraj@thbs.com::9e41d03b-7378-4c23-b33a-d421a831a9bd" providerId="AD" clId="Web-{12F30C44-5C4F-3E45-4DA1-CB329588A3BE}" dt="2025-11-20T19:23:07.105" v="177"/>
          <ac:spMkLst>
            <pc:docMk/>
            <pc:sldMk cId="4049696266" sldId="263"/>
            <ac:spMk id="11" creationId="{F94A8F91-4F47-0E57-ED6D-5D55A7A4DD87}"/>
          </ac:spMkLst>
        </pc:spChg>
        <pc:spChg chg="add del mod">
          <ac:chgData name="Sharan Nataraj" userId="S::sharan_nataraj@thbs.com::9e41d03b-7378-4c23-b33a-d421a831a9bd" providerId="AD" clId="Web-{12F30C44-5C4F-3E45-4DA1-CB329588A3BE}" dt="2025-11-20T19:23:07.105" v="177"/>
          <ac:spMkLst>
            <pc:docMk/>
            <pc:sldMk cId="4049696266" sldId="263"/>
            <ac:spMk id="16" creationId="{A3965476-488B-FB9D-B4DC-BF99AB9DDC81}"/>
          </ac:spMkLst>
        </pc:spChg>
        <pc:spChg chg="add">
          <ac:chgData name="Sharan Nataraj" userId="S::sharan_nataraj@thbs.com::9e41d03b-7378-4c23-b33a-d421a831a9bd" providerId="AD" clId="Web-{12F30C44-5C4F-3E45-4DA1-CB329588A3BE}" dt="2025-11-20T19:23:23.292" v="180"/>
          <ac:spMkLst>
            <pc:docMk/>
            <pc:sldMk cId="4049696266" sldId="263"/>
            <ac:spMk id="18" creationId="{9714B173-1D32-4BBC-A685-1F5D257ABD76}"/>
          </ac:spMkLst>
        </pc:spChg>
        <pc:spChg chg="add">
          <ac:chgData name="Sharan Nataraj" userId="S::sharan_nataraj@thbs.com::9e41d03b-7378-4c23-b33a-d421a831a9bd" providerId="AD" clId="Web-{12F30C44-5C4F-3E45-4DA1-CB329588A3BE}" dt="2025-11-20T19:23:23.292" v="180"/>
          <ac:spMkLst>
            <pc:docMk/>
            <pc:sldMk cId="4049696266" sldId="263"/>
            <ac:spMk id="19" creationId="{BEF82DD1-2343-4F41-B6A7-A6489A713E90}"/>
          </ac:spMkLst>
        </pc:spChg>
        <pc:spChg chg="add">
          <ac:chgData name="Sharan Nataraj" userId="S::sharan_nataraj@thbs.com::9e41d03b-7378-4c23-b33a-d421a831a9bd" providerId="AD" clId="Web-{12F30C44-5C4F-3E45-4DA1-CB329588A3BE}" dt="2025-11-20T19:23:29.995" v="182"/>
          <ac:spMkLst>
            <pc:docMk/>
            <pc:sldMk cId="4049696266" sldId="263"/>
            <ac:spMk id="20" creationId="{4E0A5C5C-2A95-428E-9F6A-0D29EBD57C9F}"/>
          </ac:spMkLst>
        </pc:spChg>
        <pc:spChg chg="add mod">
          <ac:chgData name="Sharan Nataraj" userId="S::sharan_nataraj@thbs.com::9e41d03b-7378-4c23-b33a-d421a831a9bd" providerId="AD" clId="Web-{12F30C44-5C4F-3E45-4DA1-CB329588A3BE}" dt="2025-11-20T19:25:44.821" v="202" actId="20577"/>
          <ac:spMkLst>
            <pc:docMk/>
            <pc:sldMk cId="4049696266" sldId="263"/>
            <ac:spMk id="22" creationId="{27914B80-D396-CC55-110E-ADA76B01C5F3}"/>
          </ac:spMkLst>
        </pc:spChg>
        <pc:spChg chg="add mod">
          <ac:chgData name="Sharan Nataraj" userId="S::sharan_nataraj@thbs.com::9e41d03b-7378-4c23-b33a-d421a831a9bd" providerId="AD" clId="Web-{12F30C44-5C4F-3E45-4DA1-CB329588A3BE}" dt="2025-11-20T19:26:04.695" v="207" actId="1076"/>
          <ac:spMkLst>
            <pc:docMk/>
            <pc:sldMk cId="4049696266" sldId="263"/>
            <ac:spMk id="23" creationId="{6D109511-5869-6A9C-FDA4-D57622F308F2}"/>
          </ac:spMkLst>
        </pc:spChg>
        <pc:grpChg chg="add">
          <ac:chgData name="Sharan Nataraj" userId="S::sharan_nataraj@thbs.com::9e41d03b-7378-4c23-b33a-d421a831a9bd" providerId="AD" clId="Web-{12F30C44-5C4F-3E45-4DA1-CB329588A3BE}" dt="2025-11-20T19:23:23.292" v="180"/>
          <ac:grpSpMkLst>
            <pc:docMk/>
            <pc:sldMk cId="4049696266" sldId="263"/>
            <ac:grpSpMk id="17" creationId="{2A638C7D-9088-41A9-88A0-7357157BC168}"/>
          </ac:grpSpMkLst>
        </pc:grpChg>
        <pc:graphicFrameChg chg="del">
          <ac:chgData name="Sharan Nataraj" userId="S::sharan_nataraj@thbs.com::9e41d03b-7378-4c23-b33a-d421a831a9bd" providerId="AD" clId="Web-{12F30C44-5C4F-3E45-4DA1-CB329588A3BE}" dt="2025-11-20T19:22:57.386" v="174"/>
          <ac:graphicFrameMkLst>
            <pc:docMk/>
            <pc:sldMk cId="4049696266" sldId="263"/>
            <ac:graphicFrameMk id="5" creationId="{8F6FE5C8-C141-BFAA-D662-3659FC37D342}"/>
          </ac:graphicFrameMkLst>
        </pc:graphicFrameChg>
        <pc:picChg chg="add mod">
          <ac:chgData name="Sharan Nataraj" userId="S::sharan_nataraj@thbs.com::9e41d03b-7378-4c23-b33a-d421a831a9bd" providerId="AD" clId="Web-{12F30C44-5C4F-3E45-4DA1-CB329588A3BE}" dt="2025-11-20T19:23:51.261" v="185" actId="1076"/>
          <ac:picMkLst>
            <pc:docMk/>
            <pc:sldMk cId="4049696266" sldId="263"/>
            <ac:picMk id="21" creationId="{B63712F1-80CA-966C-336A-164D354910F3}"/>
          </ac:picMkLst>
        </pc:picChg>
      </pc:sldChg>
    </pc:docChg>
  </pc:docChgLst>
  <pc:docChgLst>
    <pc:chgData name="Sharan Nataraj" userId="S::sharan_nataraj@thbs.com::9e41d03b-7378-4c23-b33a-d421a831a9bd" providerId="AD" clId="Web-{3D933E9F-551C-CEF5-FD86-944259892870}"/>
    <pc:docChg chg="mod modSld addMainMaster delMainMaster">
      <pc:chgData name="Sharan Nataraj" userId="S::sharan_nataraj@thbs.com::9e41d03b-7378-4c23-b33a-d421a831a9bd" providerId="AD" clId="Web-{3D933E9F-551C-CEF5-FD86-944259892870}" dt="2025-11-20T18:41:58.787" v="253"/>
      <pc:docMkLst>
        <pc:docMk/>
      </pc:docMkLst>
      <pc:sldChg chg="addSp delSp modSp mod modTransition modClrScheme delDesignElem chgLayout">
        <pc:chgData name="Sharan Nataraj" userId="S::sharan_nataraj@thbs.com::9e41d03b-7378-4c23-b33a-d421a831a9bd" providerId="AD" clId="Web-{3D933E9F-551C-CEF5-FD86-944259892870}" dt="2025-11-20T18:38:55.552" v="234"/>
        <pc:sldMkLst>
          <pc:docMk/>
          <pc:sldMk cId="109857222" sldId="256"/>
        </pc:sldMkLst>
        <pc:spChg chg="mod ord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haran Nataraj" userId="S::sharan_nataraj@thbs.com::9e41d03b-7378-4c23-b33a-d421a831a9bd" providerId="AD" clId="Web-{3D933E9F-551C-CEF5-FD86-944259892870}" dt="2025-11-20T18:17:19.840" v="84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109857222" sldId="256"/>
            <ac:spMk id="14" creationId="{5964CBE2-084A-47DF-A704-CF5F6217B569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109857222" sldId="256"/>
            <ac:spMk id="16" creationId="{686A5CBB-E03B-4019-8BCD-78975D39E48C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109857222" sldId="256"/>
            <ac:spMk id="18" creationId="{94993204-9792-4E61-A83C-73D4379E2B1C}"/>
          </ac:spMkLst>
        </pc:spChg>
      </pc:sldChg>
      <pc:sldChg chg="addSp delSp modSp mod modTransition modClrScheme delDesignElem chgLayout">
        <pc:chgData name="Sharan Nataraj" userId="S::sharan_nataraj@thbs.com::9e41d03b-7378-4c23-b33a-d421a831a9bd" providerId="AD" clId="Web-{3D933E9F-551C-CEF5-FD86-944259892870}" dt="2025-11-20T18:38:55.115" v="233" actId="20577"/>
        <pc:sldMkLst>
          <pc:docMk/>
          <pc:sldMk cId="2519765331" sldId="257"/>
        </pc:sldMkLst>
        <pc:spChg chg="mod ord">
          <ac:chgData name="Sharan Nataraj" userId="S::sharan_nataraj@thbs.com::9e41d03b-7378-4c23-b33a-d421a831a9bd" providerId="AD" clId="Web-{3D933E9F-551C-CEF5-FD86-944259892870}" dt="2025-11-20T18:16:20.073" v="75" actId="1076"/>
          <ac:spMkLst>
            <pc:docMk/>
            <pc:sldMk cId="2519765331" sldId="257"/>
            <ac:spMk id="2" creationId="{8E92BD83-D9F7-769C-CBE2-C18B6B1EBCBF}"/>
          </ac:spMkLst>
        </pc:spChg>
        <pc:spChg chg="mod ord">
          <ac:chgData name="Sharan Nataraj" userId="S::sharan_nataraj@thbs.com::9e41d03b-7378-4c23-b33a-d421a831a9bd" providerId="AD" clId="Web-{3D933E9F-551C-CEF5-FD86-944259892870}" dt="2025-11-20T18:38:55.115" v="233" actId="20577"/>
          <ac:spMkLst>
            <pc:docMk/>
            <pc:sldMk cId="2519765331" sldId="257"/>
            <ac:spMk id="3" creationId="{74E99ABF-94FC-44D4-1773-914EB890F30F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2519765331" sldId="257"/>
            <ac:spMk id="12" creationId="{9AA72BD9-2C5A-4EDC-931F-5AA08EACA0F3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2519765331" sldId="257"/>
            <ac:spMk id="13" creationId="{DD3981AC-7B61-4947-BCF3-F7AA7FA385B9}"/>
          </ac:spMkLst>
        </pc:spChg>
        <pc:spChg chg="del">
          <ac:chgData name="Sharan Nataraj" userId="S::sharan_nataraj@thbs.com::9e41d03b-7378-4c23-b33a-d421a831a9bd" providerId="AD" clId="Web-{3D933E9F-551C-CEF5-FD86-944259892870}" dt="2025-11-20T17:50:01.514" v="0"/>
          <ac:spMkLst>
            <pc:docMk/>
            <pc:sldMk cId="2519765331" sldId="257"/>
            <ac:spMk id="14" creationId="{55D4142C-5077-457F-A6AD-3FECFDB39685}"/>
          </ac:spMkLst>
        </pc:spChg>
        <pc:spChg chg="del">
          <ac:chgData name="Sharan Nataraj" userId="S::sharan_nataraj@thbs.com::9e41d03b-7378-4c23-b33a-d421a831a9bd" providerId="AD" clId="Web-{3D933E9F-551C-CEF5-FD86-944259892870}" dt="2025-11-20T17:50:04.748" v="1"/>
          <ac:spMkLst>
            <pc:docMk/>
            <pc:sldMk cId="2519765331" sldId="257"/>
            <ac:spMk id="21" creationId="{7A5F0580-5EE9-419F-96EE-B6529EF6E7D0}"/>
          </ac:spMkLst>
        </pc:spChg>
      </pc:sldChg>
      <pc:sldChg chg="addSp delSp modSp mod modClrScheme delDesignElem chgLayout">
        <pc:chgData name="Sharan Nataraj" userId="S::sharan_nataraj@thbs.com::9e41d03b-7378-4c23-b33a-d421a831a9bd" providerId="AD" clId="Web-{3D933E9F-551C-CEF5-FD86-944259892870}" dt="2025-11-20T18:07:28.709" v="32" actId="14100"/>
        <pc:sldMkLst>
          <pc:docMk/>
          <pc:sldMk cId="2821770923" sldId="259"/>
        </pc:sldMkLst>
        <pc:spChg chg="mod ord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2821770923" sldId="259"/>
            <ac:spMk id="2" creationId="{71642494-EC93-A67E-3382-323048351562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2821770923" sldId="259"/>
            <ac:spMk id="9" creationId="{AE2B703B-46F9-481A-A605-82E2A828C4FA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2821770923" sldId="259"/>
            <ac:spMk id="11" creationId="{F13BE4D7-0C3D-4906-B230-A1C5B4665CCF}"/>
          </ac:spMkLst>
        </pc:spChg>
        <pc:graphicFrameChg chg="mod ord">
          <ac:chgData name="Sharan Nataraj" userId="S::sharan_nataraj@thbs.com::9e41d03b-7378-4c23-b33a-d421a831a9bd" providerId="AD" clId="Web-{3D933E9F-551C-CEF5-FD86-944259892870}" dt="2025-11-20T18:07:28.709" v="32" actId="14100"/>
          <ac:graphicFrameMkLst>
            <pc:docMk/>
            <pc:sldMk cId="2821770923" sldId="259"/>
            <ac:graphicFrameMk id="5" creationId="{20F1708C-B11E-D384-957F-78193A982E55}"/>
          </ac:graphicFrameMkLst>
        </pc:graphicFrameChg>
      </pc:sldChg>
      <pc:sldChg chg="addSp delSp modSp mod setBg modClrScheme chgLayout">
        <pc:chgData name="Sharan Nataraj" userId="S::sharan_nataraj@thbs.com::9e41d03b-7378-4c23-b33a-d421a831a9bd" providerId="AD" clId="Web-{3D933E9F-551C-CEF5-FD86-944259892870}" dt="2025-11-20T18:13:44.071" v="67" actId="1076"/>
        <pc:sldMkLst>
          <pc:docMk/>
          <pc:sldMk cId="911313721" sldId="260"/>
        </pc:sldMkLst>
        <pc:spChg chg="mod ord">
          <ac:chgData name="Sharan Nataraj" userId="S::sharan_nataraj@thbs.com::9e41d03b-7378-4c23-b33a-d421a831a9bd" providerId="AD" clId="Web-{3D933E9F-551C-CEF5-FD86-944259892870}" dt="2025-11-20T18:13:44.071" v="67" actId="1076"/>
          <ac:spMkLst>
            <pc:docMk/>
            <pc:sldMk cId="911313721" sldId="260"/>
            <ac:spMk id="2" creationId="{3647B042-5866-E2A0-12E2-B38663019658}"/>
          </ac:spMkLst>
        </pc:spChg>
        <pc:spChg chg="mod ord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911313721" sldId="260"/>
            <ac:spMk id="3" creationId="{2D1C3D0B-0FD9-1342-81D0-83E786A9A3DB}"/>
          </ac:spMkLst>
        </pc:spChg>
        <pc:spChg chg="del mod">
          <ac:chgData name="Sharan Nataraj" userId="S::sharan_nataraj@thbs.com::9e41d03b-7378-4c23-b33a-d421a831a9bd" providerId="AD" clId="Web-{3D933E9F-551C-CEF5-FD86-944259892870}" dt="2025-11-20T18:02:40.473" v="6"/>
          <ac:spMkLst>
            <pc:docMk/>
            <pc:sldMk cId="911313721" sldId="260"/>
            <ac:spMk id="4" creationId="{53C70903-4F00-0BFD-CA05-6A3950292073}"/>
          </ac:spMkLst>
        </pc:spChg>
        <pc:picChg chg="add mod">
          <ac:chgData name="Sharan Nataraj" userId="S::sharan_nataraj@thbs.com::9e41d03b-7378-4c23-b33a-d421a831a9bd" providerId="AD" clId="Web-{3D933E9F-551C-CEF5-FD86-944259892870}" dt="2025-11-20T18:13:40.056" v="66" actId="1076"/>
          <ac:picMkLst>
            <pc:docMk/>
            <pc:sldMk cId="911313721" sldId="260"/>
            <ac:picMk id="5" creationId="{9C5269EA-241A-B6D1-6907-03F12DA7B991}"/>
          </ac:picMkLst>
        </pc:picChg>
      </pc:sldChg>
      <pc:sldChg chg="addSp delSp modSp mod setBg modClrScheme delDesignElem chgLayout">
        <pc:chgData name="Sharan Nataraj" userId="S::sharan_nataraj@thbs.com::9e41d03b-7378-4c23-b33a-d421a831a9bd" providerId="AD" clId="Web-{3D933E9F-551C-CEF5-FD86-944259892870}" dt="2025-11-20T18:41:58.787" v="253"/>
        <pc:sldMkLst>
          <pc:docMk/>
          <pc:sldMk cId="1882077575" sldId="261"/>
        </pc:sldMkLst>
        <pc:spChg chg="mod ord">
          <ac:chgData name="Sharan Nataraj" userId="S::sharan_nataraj@thbs.com::9e41d03b-7378-4c23-b33a-d421a831a9bd" providerId="AD" clId="Web-{3D933E9F-551C-CEF5-FD86-944259892870}" dt="2025-11-20T18:41:58.787" v="253"/>
          <ac:spMkLst>
            <pc:docMk/>
            <pc:sldMk cId="1882077575" sldId="261"/>
            <ac:spMk id="2" creationId="{28CB9807-7F14-032D-3493-72A647873753}"/>
          </ac:spMkLst>
        </pc:spChg>
        <pc:spChg chg="mod ord">
          <ac:chgData name="Sharan Nataraj" userId="S::sharan_nataraj@thbs.com::9e41d03b-7378-4c23-b33a-d421a831a9bd" providerId="AD" clId="Web-{3D933E9F-551C-CEF5-FD86-944259892870}" dt="2025-11-20T18:41:58.787" v="253"/>
          <ac:spMkLst>
            <pc:docMk/>
            <pc:sldMk cId="1882077575" sldId="261"/>
            <ac:spMk id="3" creationId="{9B947B2A-8683-60F1-8931-41CC2310F847}"/>
          </ac:spMkLst>
        </pc:spChg>
        <pc:spChg chg="add del mod">
          <ac:chgData name="Sharan Nataraj" userId="S::sharan_nataraj@thbs.com::9e41d03b-7378-4c23-b33a-d421a831a9bd" providerId="AD" clId="Web-{3D933E9F-551C-CEF5-FD86-944259892870}" dt="2025-11-20T18:41:58.787" v="253"/>
          <ac:spMkLst>
            <pc:docMk/>
            <pc:sldMk cId="1882077575" sldId="261"/>
            <ac:spMk id="13" creationId="{5A0118C5-4F8D-4CF4-BADD-53FEACC6C42A}"/>
          </ac:spMkLst>
        </pc:spChg>
        <pc:spChg chg="add del mod">
          <ac:chgData name="Sharan Nataraj" userId="S::sharan_nataraj@thbs.com::9e41d03b-7378-4c23-b33a-d421a831a9bd" providerId="AD" clId="Web-{3D933E9F-551C-CEF5-FD86-944259892870}" dt="2025-11-20T18:35:33.473" v="208"/>
          <ac:spMkLst>
            <pc:docMk/>
            <pc:sldMk cId="1882077575" sldId="261"/>
            <ac:spMk id="44" creationId="{5E0B8D9B-412F-F81F-EB13-7A2F87D943B0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41:58.771" v="252"/>
          <ac:spMkLst>
            <pc:docMk/>
            <pc:sldMk cId="1882077575" sldId="261"/>
            <ac:spMk id="61" creationId="{B95B9BA8-1D69-4796-85F5-B6D0BD52354B}"/>
          </ac:spMkLst>
        </pc:spChg>
        <pc:spChg chg="add">
          <ac:chgData name="Sharan Nataraj" userId="S::sharan_nataraj@thbs.com::9e41d03b-7378-4c23-b33a-d421a831a9bd" providerId="AD" clId="Web-{3D933E9F-551C-CEF5-FD86-944259892870}" dt="2025-11-20T18:41:58.787" v="253"/>
          <ac:spMkLst>
            <pc:docMk/>
            <pc:sldMk cId="1882077575" sldId="261"/>
            <ac:spMk id="63" creationId="{21A75659-5A6F-4F77-9679-678A00B9D8DC}"/>
          </ac:spMkLst>
        </pc:spChg>
        <pc:spChg chg="add">
          <ac:chgData name="Sharan Nataraj" userId="S::sharan_nataraj@thbs.com::9e41d03b-7378-4c23-b33a-d421a831a9bd" providerId="AD" clId="Web-{3D933E9F-551C-CEF5-FD86-944259892870}" dt="2025-11-20T18:41:58.787" v="253"/>
          <ac:spMkLst>
            <pc:docMk/>
            <pc:sldMk cId="1882077575" sldId="261"/>
            <ac:spMk id="64" creationId="{E30A3A45-140E-431E-AED0-07EF836310B3}"/>
          </ac:spMkLst>
        </pc:spChg>
        <pc:spChg chg="add">
          <ac:chgData name="Sharan Nataraj" userId="S::sharan_nataraj@thbs.com::9e41d03b-7378-4c23-b33a-d421a831a9bd" providerId="AD" clId="Web-{3D933E9F-551C-CEF5-FD86-944259892870}" dt="2025-11-20T18:41:58.787" v="253"/>
          <ac:spMkLst>
            <pc:docMk/>
            <pc:sldMk cId="1882077575" sldId="261"/>
            <ac:spMk id="65" creationId="{55D4142C-5077-457F-A6AD-3FECFDB39685}"/>
          </ac:spMkLst>
        </pc:spChg>
        <pc:spChg chg="add">
          <ac:chgData name="Sharan Nataraj" userId="S::sharan_nataraj@thbs.com::9e41d03b-7378-4c23-b33a-d421a831a9bd" providerId="AD" clId="Web-{3D933E9F-551C-CEF5-FD86-944259892870}" dt="2025-11-20T18:41:58.787" v="253"/>
          <ac:spMkLst>
            <pc:docMk/>
            <pc:sldMk cId="1882077575" sldId="261"/>
            <ac:spMk id="66" creationId="{7A5F0580-5EE9-419F-96EE-B6529EF6E7D0}"/>
          </ac:spMkLst>
        </pc:spChg>
        <pc:grpChg chg="add del">
          <ac:chgData name="Sharan Nataraj" userId="S::sharan_nataraj@thbs.com::9e41d03b-7378-4c23-b33a-d421a831a9bd" providerId="AD" clId="Web-{3D933E9F-551C-CEF5-FD86-944259892870}" dt="2025-11-20T18:41:58.787" v="253"/>
          <ac:grpSpMkLst>
            <pc:docMk/>
            <pc:sldMk cId="1882077575" sldId="261"/>
            <ac:grpSpMk id="15" creationId="{B894EFA8-F425-4D19-A94B-445388B31E20}"/>
          </ac:grpSpMkLst>
        </pc:grpChg>
        <pc:grpChg chg="add del">
          <ac:chgData name="Sharan Nataraj" userId="S::sharan_nataraj@thbs.com::9e41d03b-7378-4c23-b33a-d421a831a9bd" providerId="AD" clId="Web-{3D933E9F-551C-CEF5-FD86-944259892870}" dt="2025-11-20T18:41:58.787" v="253"/>
          <ac:grpSpMkLst>
            <pc:docMk/>
            <pc:sldMk cId="1882077575" sldId="261"/>
            <ac:grpSpMk id="19" creationId="{582A903B-6B78-4F0A-B7C9-3D80499020B8}"/>
          </ac:grpSpMkLst>
        </pc:grpChg>
        <pc:picChg chg="mod ord">
          <ac:chgData name="Sharan Nataraj" userId="S::sharan_nataraj@thbs.com::9e41d03b-7378-4c23-b33a-d421a831a9bd" providerId="AD" clId="Web-{3D933E9F-551C-CEF5-FD86-944259892870}" dt="2025-11-20T18:41:58.787" v="253"/>
          <ac:picMkLst>
            <pc:docMk/>
            <pc:sldMk cId="1882077575" sldId="261"/>
            <ac:picMk id="4" creationId="{0FFF7F6E-BCFC-2B82-9E2C-8BF7670AC28F}"/>
          </ac:picMkLst>
        </pc:picChg>
        <pc:inkChg chg="add del">
          <ac:chgData name="Sharan Nataraj" userId="S::sharan_nataraj@thbs.com::9e41d03b-7378-4c23-b33a-d421a831a9bd" providerId="AD" clId="Web-{3D933E9F-551C-CEF5-FD86-944259892870}" dt="2025-11-20T18:11:14.022" v="46"/>
          <ac:inkMkLst>
            <pc:docMk/>
            <pc:sldMk cId="1882077575" sldId="261"/>
            <ac:inkMk id="5" creationId="{8D2BF8CD-6B13-5BFC-9137-4DCE77AC9524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11:33.475" v="48"/>
          <ac:inkMkLst>
            <pc:docMk/>
            <pc:sldMk cId="1882077575" sldId="261"/>
            <ac:inkMk id="6" creationId="{48C5A8CB-34AD-0460-05DC-C0EE7F55088B}"/>
          </ac:inkMkLst>
        </pc:inkChg>
        <pc:inkChg chg="add del mod">
          <ac:chgData name="Sharan Nataraj" userId="S::sharan_nataraj@thbs.com::9e41d03b-7378-4c23-b33a-d421a831a9bd" providerId="AD" clId="Web-{3D933E9F-551C-CEF5-FD86-944259892870}" dt="2025-11-20T18:39:00.536" v="237"/>
          <ac:inkMkLst>
            <pc:docMk/>
            <pc:sldMk cId="1882077575" sldId="261"/>
            <ac:inkMk id="7" creationId="{8AB9472C-A50A-08D7-E0A5-8C67D15AE797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43.771" v="240"/>
          <ac:inkMkLst>
            <pc:docMk/>
            <pc:sldMk cId="1882077575" sldId="261"/>
            <ac:inkMk id="8" creationId="{C4E62185-FC9B-0792-B9F0-F52EBBDD4639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45.083" v="244"/>
          <ac:inkMkLst>
            <pc:docMk/>
            <pc:sldMk cId="1882077575" sldId="261"/>
            <ac:inkMk id="9" creationId="{937698A0-0278-D268-5DCD-ADBDA7A64BE6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45.083" v="243"/>
          <ac:inkMkLst>
            <pc:docMk/>
            <pc:sldMk cId="1882077575" sldId="261"/>
            <ac:inkMk id="10" creationId="{46B308C5-0A14-EDD1-945B-68DEB842C858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12:14.164" v="54"/>
          <ac:inkMkLst>
            <pc:docMk/>
            <pc:sldMk cId="1882077575" sldId="261"/>
            <ac:inkMk id="11" creationId="{8C56F102-F25E-A48E-234D-C54B827639FF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45.083" v="242"/>
          <ac:inkMkLst>
            <pc:docMk/>
            <pc:sldMk cId="1882077575" sldId="261"/>
            <ac:inkMk id="12" creationId="{567C0643-F85D-2F3D-5F94-2C666E353C4D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12:24.226" v="57"/>
          <ac:inkMkLst>
            <pc:docMk/>
            <pc:sldMk cId="1882077575" sldId="261"/>
            <ac:inkMk id="14" creationId="{623F72BE-52B7-1793-9CC9-3D30841D9360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12:27.742" v="59"/>
          <ac:inkMkLst>
            <pc:docMk/>
            <pc:sldMk cId="1882077575" sldId="261"/>
            <ac:inkMk id="18" creationId="{5834F2FD-DDC5-ACCF-CB2F-C817AC5251F8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52.490" v="247"/>
          <ac:inkMkLst>
            <pc:docMk/>
            <pc:sldMk cId="1882077575" sldId="261"/>
            <ac:inkMk id="25" creationId="{F51DABA2-382A-546B-6517-45772B65F16C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52.490" v="246"/>
          <ac:inkMkLst>
            <pc:docMk/>
            <pc:sldMk cId="1882077575" sldId="261"/>
            <ac:inkMk id="26" creationId="{06BBBC97-7570-0413-3FBE-20A905A30D6C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52.490" v="245"/>
          <ac:inkMkLst>
            <pc:docMk/>
            <pc:sldMk cId="1882077575" sldId="261"/>
            <ac:inkMk id="27" creationId="{00828E91-FB1B-9FA2-D7B2-850E58EDB1F1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45.083" v="241"/>
          <ac:inkMkLst>
            <pc:docMk/>
            <pc:sldMk cId="1882077575" sldId="261"/>
            <ac:inkMk id="28" creationId="{12941FE7-E926-D3D6-55DD-6E0194204B2F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9:54.474" v="248"/>
          <ac:inkMkLst>
            <pc:docMk/>
            <pc:sldMk cId="1882077575" sldId="261"/>
            <ac:inkMk id="29" creationId="{9C1AA3A8-6AE4-9B8E-56AF-1909E433FCCA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29:51.547" v="105"/>
          <ac:inkMkLst>
            <pc:docMk/>
            <pc:sldMk cId="1882077575" sldId="261"/>
            <ac:inkMk id="30" creationId="{E4DF038A-122C-D5CC-CC4D-6EC387373196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8:31.802" v="221"/>
          <ac:inkMkLst>
            <pc:docMk/>
            <pc:sldMk cId="1882077575" sldId="261"/>
            <ac:inkMk id="31" creationId="{D4C6A280-EDFC-33D4-D241-BDDD51B94E8C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29:57.391" v="108"/>
          <ac:inkMkLst>
            <pc:docMk/>
            <pc:sldMk cId="1882077575" sldId="261"/>
            <ac:inkMk id="32" creationId="{1705507E-4115-8824-D0D5-6A1B119C5ECF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0:06.641" v="110"/>
          <ac:inkMkLst>
            <pc:docMk/>
            <pc:sldMk cId="1882077575" sldId="261"/>
            <ac:inkMk id="33" creationId="{65B3A5C1-0BDE-360F-89D1-74A206FF0CFF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0:10.657" v="112"/>
          <ac:inkMkLst>
            <pc:docMk/>
            <pc:sldMk cId="1882077575" sldId="261"/>
            <ac:inkMk id="34" creationId="{F31C6030-8ED0-7D3E-CD8D-63696F816004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0:14.329" v="114"/>
          <ac:inkMkLst>
            <pc:docMk/>
            <pc:sldMk cId="1882077575" sldId="261"/>
            <ac:inkMk id="35" creationId="{0EC4E2D3-7F5D-9CCE-2F44-79A26228B9DA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8:29.083" v="220"/>
          <ac:inkMkLst>
            <pc:docMk/>
            <pc:sldMk cId="1882077575" sldId="261"/>
            <ac:inkMk id="36" creationId="{9F3CFBC6-B78B-F3F9-177A-565F8C78FFD2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8:27.786" v="219"/>
          <ac:inkMkLst>
            <pc:docMk/>
            <pc:sldMk cId="1882077575" sldId="261"/>
            <ac:inkMk id="37" creationId="{C75AECE8-2730-2BF0-4C98-2D0CDC3CB0CB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0:24.204" v="118"/>
          <ac:inkMkLst>
            <pc:docMk/>
            <pc:sldMk cId="1882077575" sldId="261"/>
            <ac:inkMk id="38" creationId="{106D3132-A7BA-9D88-FA48-E3C696B5B68E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8:27.646" v="218"/>
          <ac:inkMkLst>
            <pc:docMk/>
            <pc:sldMk cId="1882077575" sldId="261"/>
            <ac:inkMk id="39" creationId="{A7019EE7-2649-AF64-058C-5981B1028848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8:23.333" v="217"/>
          <ac:inkMkLst>
            <pc:docMk/>
            <pc:sldMk cId="1882077575" sldId="261"/>
            <ac:inkMk id="40" creationId="{8CDAB0A2-8C9E-5E9A-EE15-AFD44939F021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8:20.380" v="216"/>
          <ac:inkMkLst>
            <pc:docMk/>
            <pc:sldMk cId="1882077575" sldId="261"/>
            <ac:inkMk id="41" creationId="{E7F98DE7-5465-538D-4E1F-DBD07ACB29E0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8:19.099" v="215"/>
          <ac:inkMkLst>
            <pc:docMk/>
            <pc:sldMk cId="1882077575" sldId="261"/>
            <ac:inkMk id="42" creationId="{53003708-53E1-9D9C-FC64-7198911F2F4F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0:52.767" v="124"/>
          <ac:inkMkLst>
            <pc:docMk/>
            <pc:sldMk cId="1882077575" sldId="261"/>
            <ac:inkMk id="43" creationId="{AAD81DFB-3835-AC63-C34C-8A87DF678859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5.597" v="196"/>
          <ac:inkMkLst>
            <pc:docMk/>
            <pc:sldMk cId="1882077575" sldId="261"/>
            <ac:inkMk id="45" creationId="{C43E910E-2321-A809-9250-87C9E2A95C85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5.597" v="195"/>
          <ac:inkMkLst>
            <pc:docMk/>
            <pc:sldMk cId="1882077575" sldId="261"/>
            <ac:inkMk id="46" creationId="{385CCCAA-9210-F5A8-8312-5AB4D37DEA91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5.597" v="194"/>
          <ac:inkMkLst>
            <pc:docMk/>
            <pc:sldMk cId="1882077575" sldId="261"/>
            <ac:inkMk id="47" creationId="{860B5FFC-9514-998C-3A3B-C2B5248B2325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5.597" v="193"/>
          <ac:inkMkLst>
            <pc:docMk/>
            <pc:sldMk cId="1882077575" sldId="261"/>
            <ac:inkMk id="48" creationId="{C608F6A4-6C4B-5379-7CCD-22BF10DDD39C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5.597" v="192"/>
          <ac:inkMkLst>
            <pc:docMk/>
            <pc:sldMk cId="1882077575" sldId="261"/>
            <ac:inkMk id="49" creationId="{EAE1328F-3F44-04AE-CD8A-BFB017FA4E79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4.613" v="190"/>
          <ac:inkMkLst>
            <pc:docMk/>
            <pc:sldMk cId="1882077575" sldId="261"/>
            <ac:inkMk id="50" creationId="{E756EC01-6EC3-E25C-314F-A9237F3F4D57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4.613" v="189"/>
          <ac:inkMkLst>
            <pc:docMk/>
            <pc:sldMk cId="1882077575" sldId="261"/>
            <ac:inkMk id="51" creationId="{69C8258F-3ECD-5FCE-3DB4-5101FA2FD45C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3.738" v="184"/>
          <ac:inkMkLst>
            <pc:docMk/>
            <pc:sldMk cId="1882077575" sldId="261"/>
            <ac:inkMk id="52" creationId="{B7FE24EC-E8EC-07DF-C86C-ACE4A1083BBF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3.738" v="183"/>
          <ac:inkMkLst>
            <pc:docMk/>
            <pc:sldMk cId="1882077575" sldId="261"/>
            <ac:inkMk id="53" creationId="{A8DF4123-0C37-3AFE-5C76-292CE03135F5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3.738" v="182"/>
          <ac:inkMkLst>
            <pc:docMk/>
            <pc:sldMk cId="1882077575" sldId="261"/>
            <ac:inkMk id="54" creationId="{B52BB74C-9D1D-E6F9-42B9-6DBF1F03A0B1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3.738" v="181"/>
          <ac:inkMkLst>
            <pc:docMk/>
            <pc:sldMk cId="1882077575" sldId="261"/>
            <ac:inkMk id="55" creationId="{5F84A582-4F44-E0D1-807C-409737C18948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3.738" v="180"/>
          <ac:inkMkLst>
            <pc:docMk/>
            <pc:sldMk cId="1882077575" sldId="261"/>
            <ac:inkMk id="56" creationId="{7701D2E6-2D94-98BB-75FA-1C91DF628A5C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3.738" v="179"/>
          <ac:inkMkLst>
            <pc:docMk/>
            <pc:sldMk cId="1882077575" sldId="261"/>
            <ac:inkMk id="57" creationId="{F5D3283B-A33C-9554-7B88-12A7C466222F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33.738" v="178"/>
          <ac:inkMkLst>
            <pc:docMk/>
            <pc:sldMk cId="1882077575" sldId="261"/>
            <ac:inkMk id="58" creationId="{FA2E281D-AA5B-B814-B6BF-60D5585AC216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56.379" v="205"/>
          <ac:inkMkLst>
            <pc:docMk/>
            <pc:sldMk cId="1882077575" sldId="261"/>
            <ac:inkMk id="59" creationId="{E848E266-0665-D99A-D7E7-CA34EEA08F67}"/>
          </ac:inkMkLst>
        </pc:inkChg>
        <pc:inkChg chg="add del">
          <ac:chgData name="Sharan Nataraj" userId="S::sharan_nataraj@thbs.com::9e41d03b-7378-4c23-b33a-d421a831a9bd" providerId="AD" clId="Web-{3D933E9F-551C-CEF5-FD86-944259892870}" dt="2025-11-20T18:34:56.379" v="204"/>
          <ac:inkMkLst>
            <pc:docMk/>
            <pc:sldMk cId="1882077575" sldId="261"/>
            <ac:inkMk id="60" creationId="{5740CAA3-F4F7-4E25-E4BA-DA2A7FFE9209}"/>
          </ac:inkMkLst>
        </pc:inkChg>
      </pc:sldChg>
      <pc:sldChg chg="addSp delSp modSp mod setBg modClrScheme delDesignElem chgLayout">
        <pc:chgData name="Sharan Nataraj" userId="S::sharan_nataraj@thbs.com::9e41d03b-7378-4c23-b33a-d421a831a9bd" providerId="AD" clId="Web-{3D933E9F-551C-CEF5-FD86-944259892870}" dt="2025-11-20T18:38:17.255" v="214"/>
        <pc:sldMkLst>
          <pc:docMk/>
          <pc:sldMk cId="3156746505" sldId="262"/>
        </pc:sldMkLst>
        <pc:spChg chg="mod ord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3156746505" sldId="262"/>
            <ac:spMk id="3" creationId="{CDF9CC9E-D8B0-D4B8-9671-C9BA2D492B5D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3156746505" sldId="262"/>
            <ac:spMk id="9" creationId="{5A0118C5-4F8D-4CF4-BADD-53FEACC6C42A}"/>
          </ac:spMkLst>
        </pc:spChg>
        <pc:spChg chg="add del">
          <ac:chgData name="Sharan Nataraj" userId="S::sharan_nataraj@thbs.com::9e41d03b-7378-4c23-b33a-d421a831a9bd" providerId="AD" clId="Web-{3D933E9F-551C-CEF5-FD86-944259892870}" dt="2025-11-20T18:06:04.162" v="23"/>
          <ac:spMkLst>
            <pc:docMk/>
            <pc:sldMk cId="3156746505" sldId="262"/>
            <ac:spMk id="15" creationId="{4E0A5C5C-2A95-428E-9F6A-0D29EBD57C9F}"/>
          </ac:spMkLst>
        </pc:spChg>
        <pc:grpChg chg="add del">
          <ac:chgData name="Sharan Nataraj" userId="S::sharan_nataraj@thbs.com::9e41d03b-7378-4c23-b33a-d421a831a9bd" providerId="AD" clId="Web-{3D933E9F-551C-CEF5-FD86-944259892870}" dt="2025-11-20T18:06:04.162" v="23"/>
          <ac:grpSpMkLst>
            <pc:docMk/>
            <pc:sldMk cId="3156746505" sldId="262"/>
            <ac:grpSpMk id="11" creationId="{2A638C7D-9088-41A9-88A0-7357157BC168}"/>
          </ac:grpSpMkLst>
        </pc:grpChg>
        <pc:grpChg chg="add del">
          <ac:chgData name="Sharan Nataraj" userId="S::sharan_nataraj@thbs.com::9e41d03b-7378-4c23-b33a-d421a831a9bd" providerId="AD" clId="Web-{3D933E9F-551C-CEF5-FD86-944259892870}" dt="2025-11-20T18:06:04.162" v="23"/>
          <ac:grpSpMkLst>
            <pc:docMk/>
            <pc:sldMk cId="3156746505" sldId="262"/>
            <ac:grpSpMk id="17" creationId="{3F219210-B16A-47B6-9AA8-207DAFF37E66}"/>
          </ac:grpSpMkLst>
        </pc:grpChg>
        <pc:grpChg chg="add del">
          <ac:chgData name="Sharan Nataraj" userId="S::sharan_nataraj@thbs.com::9e41d03b-7378-4c23-b33a-d421a831a9bd" providerId="AD" clId="Web-{3D933E9F-551C-CEF5-FD86-944259892870}" dt="2025-11-20T18:06:04.162" v="23"/>
          <ac:grpSpMkLst>
            <pc:docMk/>
            <pc:sldMk cId="3156746505" sldId="262"/>
            <ac:grpSpMk id="21" creationId="{582A903B-6B78-4F0A-B7C9-3D80499020B8}"/>
          </ac:grpSpMkLst>
        </pc:grpChg>
      </pc:sldChg>
      <pc:sldMasterChg chg="add del addSldLayout delSldLayout">
        <pc:chgData name="Sharan Nataraj" userId="S::sharan_nataraj@thbs.com::9e41d03b-7378-4c23-b33a-d421a831a9bd" providerId="AD" clId="Web-{3D933E9F-551C-CEF5-FD86-944259892870}" dt="2025-11-20T18:06:04.162" v="23"/>
        <pc:sldMasterMkLst>
          <pc:docMk/>
          <pc:sldMasterMk cId="2460954070" sldId="2147483660"/>
        </pc:sldMasterMkLst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haran Nataraj" userId="S::sharan_nataraj@thbs.com::9e41d03b-7378-4c23-b33a-d421a831a9bd" providerId="AD" clId="Web-{3D933E9F-551C-CEF5-FD86-944259892870}" dt="2025-11-20T18:06:04.162" v="23"/>
        <pc:sldMasterMkLst>
          <pc:docMk/>
          <pc:sldMasterMk cId="473352628" sldId="2147483672"/>
        </pc:sldMasterMkLst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2971973815" sldId="2147483673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118387926" sldId="2147483674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908130103" sldId="2147483675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844117501" sldId="2147483676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1220387145" sldId="2147483677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3077544978" sldId="2147483678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968391508" sldId="2147483679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3473863643" sldId="2147483680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2074377739" sldId="2147483681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3038259806" sldId="2147483682"/>
          </pc:sldLayoutMkLst>
        </pc:sldLayoutChg>
        <pc:sldLayoutChg chg="add del mod replId">
          <pc:chgData name="Sharan Nataraj" userId="S::sharan_nataraj@thbs.com::9e41d03b-7378-4c23-b33a-d421a831a9bd" providerId="AD" clId="Web-{3D933E9F-551C-CEF5-FD86-944259892870}" dt="2025-11-20T18:06:04.162" v="23"/>
          <pc:sldLayoutMkLst>
            <pc:docMk/>
            <pc:sldMasterMk cId="473352628" sldId="2147483672"/>
            <pc:sldLayoutMk cId="2651459521" sldId="2147483683"/>
          </pc:sldLayoutMkLst>
        </pc:sldLayoutChg>
      </pc:sldMasterChg>
    </pc:docChg>
  </pc:docChgLst>
  <pc:docChgLst>
    <pc:chgData name="Roshan Prince" userId="S::roshan_prince@thbs.com::81ddeb21-07b3-42d2-b3a3-77792947f7fd" providerId="AD" clId="Web-{165E5974-9002-8359-542A-DBD0BDE00A35}"/>
    <pc:docChg chg="mod addSld delSld modSld addMainMaster delMainMaster">
      <pc:chgData name="Roshan Prince" userId="S::roshan_prince@thbs.com::81ddeb21-07b3-42d2-b3a3-77792947f7fd" providerId="AD" clId="Web-{165E5974-9002-8359-542A-DBD0BDE00A35}" dt="2025-11-20T14:59:24.977" v="652" actId="14100"/>
      <pc:docMkLst>
        <pc:docMk/>
      </pc:docMkLst>
      <pc:sldChg chg="addSp delSp modSp mod setBg modClrScheme setClrOvrMap delDesignElem chgLayout">
        <pc:chgData name="Roshan Prince" userId="S::roshan_prince@thbs.com::81ddeb21-07b3-42d2-b3a3-77792947f7fd" providerId="AD" clId="Web-{165E5974-9002-8359-542A-DBD0BDE00A35}" dt="2025-11-20T08:26:59.985" v="648" actId="14100"/>
        <pc:sldMkLst>
          <pc:docMk/>
          <pc:sldMk cId="109857222" sldId="256"/>
        </pc:sldMkLst>
        <pc:spChg chg="mod ord">
          <ac:chgData name="Roshan Prince" userId="S::roshan_prince@thbs.com::81ddeb21-07b3-42d2-b3a3-77792947f7fd" providerId="AD" clId="Web-{165E5974-9002-8359-542A-DBD0BDE00A35}" dt="2025-11-20T08:26:59.985" v="648" actId="1410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oshan Prince" userId="S::roshan_prince@thbs.com::81ddeb21-07b3-42d2-b3a3-77792947f7fd" providerId="AD" clId="Web-{165E5974-9002-8359-542A-DBD0BDE00A35}" dt="2025-11-19T16:18:12.866" v="579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Roshan Prince" userId="S::roshan_prince@thbs.com::81ddeb21-07b3-42d2-b3a3-77792947f7fd" providerId="AD" clId="Web-{165E5974-9002-8359-542A-DBD0BDE00A35}" dt="2025-11-20T08:26:24.516" v="642"/>
          <ac:spMkLst>
            <pc:docMk/>
            <pc:sldMk cId="109857222" sldId="256"/>
            <ac:spMk id="4" creationId="{38C28B80-4F8E-1AC9-ED7E-6DD86FAC304B}"/>
          </ac:spMkLst>
        </pc:spChg>
        <pc:picChg chg="add mod ord">
          <ac:chgData name="Roshan Prince" userId="S::roshan_prince@thbs.com::81ddeb21-07b3-42d2-b3a3-77792947f7fd" providerId="AD" clId="Web-{165E5974-9002-8359-542A-DBD0BDE00A35}" dt="2025-11-20T08:26:59.766" v="647" actId="14100"/>
          <ac:picMkLst>
            <pc:docMk/>
            <pc:sldMk cId="109857222" sldId="256"/>
            <ac:picMk id="5" creationId="{78A706B2-23E3-E52A-42B0-6979FE428B06}"/>
          </ac:picMkLst>
        </pc:picChg>
      </pc:sldChg>
      <pc:sldChg chg="addSp delSp modSp new mod setBg modClrScheme delDesignElem chgLayout">
        <pc:chgData name="Roshan Prince" userId="S::roshan_prince@thbs.com::81ddeb21-07b3-42d2-b3a3-77792947f7fd" providerId="AD" clId="Web-{165E5974-9002-8359-542A-DBD0BDE00A35}" dt="2025-11-19T16:29:26.922" v="636" actId="20577"/>
        <pc:sldMkLst>
          <pc:docMk/>
          <pc:sldMk cId="2519765331" sldId="257"/>
        </pc:sldMkLst>
        <pc:spChg chg="mod ord">
          <ac:chgData name="Roshan Prince" userId="S::roshan_prince@thbs.com::81ddeb21-07b3-42d2-b3a3-77792947f7fd" providerId="AD" clId="Web-{165E5974-9002-8359-542A-DBD0BDE00A35}" dt="2025-11-19T16:29:26.922" v="636" actId="20577"/>
          <ac:spMkLst>
            <pc:docMk/>
            <pc:sldMk cId="2519765331" sldId="257"/>
            <ac:spMk id="3" creationId="{74E99ABF-94FC-44D4-1773-914EB890F30F}"/>
          </ac:spMkLst>
        </pc:spChg>
      </pc:sldChg>
      <pc:sldChg chg="modSp new mod modClrScheme chgLayout">
        <pc:chgData name="Roshan Prince" userId="S::roshan_prince@thbs.com::81ddeb21-07b3-42d2-b3a3-77792947f7fd" providerId="AD" clId="Web-{165E5974-9002-8359-542A-DBD0BDE00A35}" dt="2025-11-19T16:18:12.866" v="579"/>
        <pc:sldMkLst>
          <pc:docMk/>
          <pc:sldMk cId="2821770923" sldId="259"/>
        </pc:sldMkLst>
        <pc:spChg chg="mod ord">
          <ac:chgData name="Roshan Prince" userId="S::roshan_prince@thbs.com::81ddeb21-07b3-42d2-b3a3-77792947f7fd" providerId="AD" clId="Web-{165E5974-9002-8359-542A-DBD0BDE00A35}" dt="2025-11-19T16:18:12.866" v="579"/>
          <ac:spMkLst>
            <pc:docMk/>
            <pc:sldMk cId="2821770923" sldId="259"/>
            <ac:spMk id="2" creationId="{71642494-EC93-A67E-3382-323048351562}"/>
          </ac:spMkLst>
        </pc:spChg>
      </pc:sldChg>
      <pc:sldChg chg="modSp new mod modClrScheme chgLayout">
        <pc:chgData name="Roshan Prince" userId="S::roshan_prince@thbs.com::81ddeb21-07b3-42d2-b3a3-77792947f7fd" providerId="AD" clId="Web-{165E5974-9002-8359-542A-DBD0BDE00A35}" dt="2025-11-20T14:59:24.977" v="652" actId="14100"/>
        <pc:sldMkLst>
          <pc:docMk/>
          <pc:sldMk cId="911313721" sldId="260"/>
        </pc:sldMkLst>
        <pc:spChg chg="mod ord">
          <ac:chgData name="Roshan Prince" userId="S::roshan_prince@thbs.com::81ddeb21-07b3-42d2-b3a3-77792947f7fd" providerId="AD" clId="Web-{165E5974-9002-8359-542A-DBD0BDE00A35}" dt="2025-11-20T14:57:57.334" v="650" actId="1076"/>
          <ac:spMkLst>
            <pc:docMk/>
            <pc:sldMk cId="911313721" sldId="260"/>
            <ac:spMk id="2" creationId="{3647B042-5866-E2A0-12E2-B38663019658}"/>
          </ac:spMkLst>
        </pc:spChg>
        <pc:spChg chg="mod ord">
          <ac:chgData name="Roshan Prince" userId="S::roshan_prince@thbs.com::81ddeb21-07b3-42d2-b3a3-77792947f7fd" providerId="AD" clId="Web-{165E5974-9002-8359-542A-DBD0BDE00A35}" dt="2025-11-20T08:24:09.656" v="637" actId="20577"/>
          <ac:spMkLst>
            <pc:docMk/>
            <pc:sldMk cId="911313721" sldId="260"/>
            <ac:spMk id="3" creationId="{2D1C3D0B-0FD9-1342-81D0-83E786A9A3DB}"/>
          </ac:spMkLst>
        </pc:spChg>
        <pc:spChg chg="mod">
          <ac:chgData name="Roshan Prince" userId="S::roshan_prince@thbs.com::81ddeb21-07b3-42d2-b3a3-77792947f7fd" providerId="AD" clId="Web-{165E5974-9002-8359-542A-DBD0BDE00A35}" dt="2025-11-20T14:59:24.977" v="652" actId="14100"/>
          <ac:spMkLst>
            <pc:docMk/>
            <pc:sldMk cId="911313721" sldId="260"/>
            <ac:spMk id="4" creationId="{53C70903-4F00-0BFD-CA05-6A3950292073}"/>
          </ac:spMkLst>
        </pc:spChg>
      </pc:sldChg>
      <pc:sldChg chg="addSp modSp new mod setBg">
        <pc:chgData name="Roshan Prince" userId="S::roshan_prince@thbs.com::81ddeb21-07b3-42d2-b3a3-77792947f7fd" providerId="AD" clId="Web-{165E5974-9002-8359-542A-DBD0BDE00A35}" dt="2025-11-19T16:22:44.417" v="635" actId="14100"/>
        <pc:sldMkLst>
          <pc:docMk/>
          <pc:sldMk cId="1882077575" sldId="261"/>
        </pc:sldMkLst>
        <pc:spChg chg="mod">
          <ac:chgData name="Roshan Prince" userId="S::roshan_prince@thbs.com::81ddeb21-07b3-42d2-b3a3-77792947f7fd" providerId="AD" clId="Web-{165E5974-9002-8359-542A-DBD0BDE00A35}" dt="2025-11-19T16:21:24.477" v="610"/>
          <ac:spMkLst>
            <pc:docMk/>
            <pc:sldMk cId="1882077575" sldId="261"/>
            <ac:spMk id="2" creationId="{28CB9807-7F14-032D-3493-72A647873753}"/>
          </ac:spMkLst>
        </pc:spChg>
        <pc:spChg chg="mod">
          <ac:chgData name="Roshan Prince" userId="S::roshan_prince@thbs.com::81ddeb21-07b3-42d2-b3a3-77792947f7fd" providerId="AD" clId="Web-{165E5974-9002-8359-542A-DBD0BDE00A35}" dt="2025-11-19T16:22:44.417" v="635" actId="14100"/>
          <ac:spMkLst>
            <pc:docMk/>
            <pc:sldMk cId="1882077575" sldId="261"/>
            <ac:spMk id="3" creationId="{9B947B2A-8683-60F1-8931-41CC2310F847}"/>
          </ac:spMkLst>
        </pc:spChg>
      </pc:sldChg>
      <pc:sldMasterChg chg="add del addSldLayout delSldLayout">
        <pc:chgData name="Roshan Prince" userId="S::roshan_prince@thbs.com::81ddeb21-07b3-42d2-b3a3-77792947f7fd" providerId="AD" clId="Web-{165E5974-9002-8359-542A-DBD0BDE00A35}" dt="2025-11-19T16:18:12.866" v="579"/>
        <pc:sldMasterMkLst>
          <pc:docMk/>
          <pc:sldMasterMk cId="2460954070" sldId="2147483660"/>
        </pc:sldMasterMkLst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Roshan Prince" userId="S::roshan_prince@thbs.com::81ddeb21-07b3-42d2-b3a3-77792947f7fd" providerId="AD" clId="Web-{165E5974-9002-8359-542A-DBD0BDE00A35}" dt="2025-11-19T16:18:12.866" v="579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Sharan Nataraj" userId="S::sharan_nataraj@thbs.com::9e41d03b-7378-4c23-b33a-d421a831a9bd" providerId="AD" clId="Web-{2B85F56B-06E0-3E56-DE77-745633207E7A}"/>
    <pc:docChg chg="modSld">
      <pc:chgData name="Sharan Nataraj" userId="S::sharan_nataraj@thbs.com::9e41d03b-7378-4c23-b33a-d421a831a9bd" providerId="AD" clId="Web-{2B85F56B-06E0-3E56-DE77-745633207E7A}" dt="2025-11-20T17:48:54.978" v="17"/>
      <pc:docMkLst>
        <pc:docMk/>
      </pc:docMkLst>
      <pc:sldChg chg="addSp delSp modSp addAnim">
        <pc:chgData name="Sharan Nataraj" userId="S::sharan_nataraj@thbs.com::9e41d03b-7378-4c23-b33a-d421a831a9bd" providerId="AD" clId="Web-{2B85F56B-06E0-3E56-DE77-745633207E7A}" dt="2025-11-20T17:48:54.978" v="17"/>
        <pc:sldMkLst>
          <pc:docMk/>
          <pc:sldMk cId="2519765331" sldId="257"/>
        </pc:sldMkLst>
        <pc:spChg chg="mod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2" creationId="{8E92BD83-D9F7-769C-CBE2-C18B6B1EBCBF}"/>
          </ac:spMkLst>
        </pc:spChg>
        <pc:spChg chg="mod">
          <ac:chgData name="Sharan Nataraj" userId="S::sharan_nataraj@thbs.com::9e41d03b-7378-4c23-b33a-d421a831a9bd" providerId="AD" clId="Web-{2B85F56B-06E0-3E56-DE77-745633207E7A}" dt="2025-11-20T17:48:44.900" v="13"/>
          <ac:spMkLst>
            <pc:docMk/>
            <pc:sldMk cId="2519765331" sldId="257"/>
            <ac:spMk id="3" creationId="{74E99ABF-94FC-44D4-1773-914EB890F30F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12" creationId="{9AA72BD9-2C5A-4EDC-931F-5AA08EACA0F3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13" creationId="{DD3981AC-7B61-4947-BCF3-F7AA7FA385B9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14" creationId="{55D4142C-5077-457F-A6AD-3FECFDB39685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21" creationId="{7A5F0580-5EE9-419F-96EE-B6529EF6E7D0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44.900" v="13"/>
          <ac:spMkLst>
            <pc:docMk/>
            <pc:sldMk cId="2519765331" sldId="257"/>
            <ac:spMk id="24" creationId="{12609869-9E80-471B-A487-A53288E0E791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21:35.741" v="4"/>
          <ac:spMkLst>
            <pc:docMk/>
            <pc:sldMk cId="2519765331" sldId="257"/>
            <ac:spMk id="26" creationId="{362810D9-2C5A-477D-949C-C191895477F3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44.900" v="13"/>
          <ac:spMkLst>
            <pc:docMk/>
            <pc:sldMk cId="2519765331" sldId="257"/>
            <ac:spMk id="27" creationId="{7004738A-9D34-43E8-97D2-CA0EED4F8BE0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21:35.741" v="4"/>
          <ac:spMkLst>
            <pc:docMk/>
            <pc:sldMk cId="2519765331" sldId="257"/>
            <ac:spMk id="28" creationId="{081E4A58-353D-44AE-B2FC-2A74E2E400F7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21:39.679" v="6"/>
          <ac:spMkLst>
            <pc:docMk/>
            <pc:sldMk cId="2519765331" sldId="257"/>
            <ac:spMk id="30" creationId="{D009D6D5-DAC2-4A8B-A17A-E206B9012D09}"/>
          </ac:spMkLst>
        </pc:spChg>
        <pc:spChg chg="del">
          <ac:chgData name="Sharan Nataraj" userId="S::sharan_nataraj@thbs.com::9e41d03b-7378-4c23-b33a-d421a831a9bd" providerId="AD" clId="Web-{2B85F56B-06E0-3E56-DE77-745633207E7A}" dt="2025-11-20T17:48:44.900" v="13"/>
          <ac:spMkLst>
            <pc:docMk/>
            <pc:sldMk cId="2519765331" sldId="257"/>
            <ac:spMk id="31" creationId="{B8B8D07F-F13E-443E-BA68-2D26672D76B9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21:44.054" v="8"/>
          <ac:spMkLst>
            <pc:docMk/>
            <pc:sldMk cId="2519765331" sldId="257"/>
            <ac:spMk id="32" creationId="{F13C74B1-5B17-4795-BED0-7140497B445A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21:44.054" v="8"/>
          <ac:spMkLst>
            <pc:docMk/>
            <pc:sldMk cId="2519765331" sldId="257"/>
            <ac:spMk id="33" creationId="{D4974D33-8DC5-464E-8C6D-BE58F0669C17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44.900" v="13"/>
          <ac:spMkLst>
            <pc:docMk/>
            <pc:sldMk cId="2519765331" sldId="257"/>
            <ac:spMk id="34" creationId="{C3944F27-CA70-4E84-A51A-E6BF89558979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24:12.821" v="10"/>
          <ac:spMkLst>
            <pc:docMk/>
            <pc:sldMk cId="2519765331" sldId="257"/>
            <ac:spMk id="35" creationId="{04812C46-200A-4DEB-A05E-3ED6C68C2387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24:12.821" v="10"/>
          <ac:spMkLst>
            <pc:docMk/>
            <pc:sldMk cId="2519765331" sldId="257"/>
            <ac:spMk id="36" creationId="{D1EA859B-E555-4109-94F3-6700E046E008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44.900" v="13"/>
          <ac:spMkLst>
            <pc:docMk/>
            <pc:sldMk cId="2519765331" sldId="257"/>
            <ac:spMk id="37" creationId="{2813A4FA-24A5-41ED-A534-3807D1B2F344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39" creationId="{09CFCDAF-46CE-4056-866C-5EE9122FDCAB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40" creationId="{9F587EB1-1674-4B8B-88AD-2A81FFFB5F36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42" creationId="{6CB927A4-E432-4310-9CD5-E89FF5063179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43" creationId="{E3020543-B24B-4EC4-8FFC-8DD88EEA91A8}"/>
          </ac:spMkLst>
        </pc:spChg>
        <pc:spChg chg="add del">
          <ac:chgData name="Sharan Nataraj" userId="S::sharan_nataraj@thbs.com::9e41d03b-7378-4c23-b33a-d421a831a9bd" providerId="AD" clId="Web-{2B85F56B-06E0-3E56-DE77-745633207E7A}" dt="2025-11-20T17:48:54.978" v="17"/>
          <ac:spMkLst>
            <pc:docMk/>
            <pc:sldMk cId="2519765331" sldId="257"/>
            <ac:spMk id="44" creationId="{1453BF6C-B012-48B7-B4E8-6D7AC7C27D02}"/>
          </ac:spMkLst>
        </pc:spChg>
        <pc:picChg chg="add del mod ord">
          <ac:chgData name="Sharan Nataraj" userId="S::sharan_nataraj@thbs.com::9e41d03b-7378-4c23-b33a-d421a831a9bd" providerId="AD" clId="Web-{2B85F56B-06E0-3E56-DE77-745633207E7A}" dt="2025-11-20T17:48:54.400" v="16"/>
          <ac:picMkLst>
            <pc:docMk/>
            <pc:sldMk cId="2519765331" sldId="257"/>
            <ac:picMk id="5" creationId="{DD6C1E7D-C9A0-7DE1-8954-09F6BB4C3830}"/>
          </ac:picMkLst>
        </pc:picChg>
      </pc:sldChg>
      <pc:sldChg chg="modSp addAnim">
        <pc:chgData name="Sharan Nataraj" userId="S::sharan_nataraj@thbs.com::9e41d03b-7378-4c23-b33a-d421a831a9bd" providerId="AD" clId="Web-{2B85F56B-06E0-3E56-DE77-745633207E7A}" dt="2025-11-20T17:24:14.853" v="11" actId="14100"/>
        <pc:sldMkLst>
          <pc:docMk/>
          <pc:sldMk cId="1882077575" sldId="261"/>
        </pc:sldMkLst>
        <pc:spChg chg="mod">
          <ac:chgData name="Sharan Nataraj" userId="S::sharan_nataraj@thbs.com::9e41d03b-7378-4c23-b33a-d421a831a9bd" providerId="AD" clId="Web-{2B85F56B-06E0-3E56-DE77-745633207E7A}" dt="2025-11-20T17:24:14.853" v="11" actId="14100"/>
          <ac:spMkLst>
            <pc:docMk/>
            <pc:sldMk cId="1882077575" sldId="261"/>
            <ac:spMk id="3" creationId="{9B947B2A-8683-60F1-8931-41CC2310F847}"/>
          </ac:spMkLst>
        </pc:spChg>
      </pc:sldChg>
    </pc:docChg>
  </pc:docChgLst>
  <pc:docChgLst>
    <pc:chgData name="Saikumar Chittamalla" userId="S::saikumar_chittamalla@thbs.com::52842d66-c666-4246-ae23-1e27420c424a" providerId="AD" clId="Web-{272759F9-F7C1-41E0-B06B-9CF2A6E9A81E}"/>
    <pc:docChg chg="addSld modSld">
      <pc:chgData name="Saikumar Chittamalla" userId="S::saikumar_chittamalla@thbs.com::52842d66-c666-4246-ae23-1e27420c424a" providerId="AD" clId="Web-{272759F9-F7C1-41E0-B06B-9CF2A6E9A81E}" dt="2025-11-19T19:02:12.537" v="141" actId="20577"/>
      <pc:docMkLst>
        <pc:docMk/>
      </pc:docMkLst>
      <pc:sldChg chg="modSp">
        <pc:chgData name="Saikumar Chittamalla" userId="S::saikumar_chittamalla@thbs.com::52842d66-c666-4246-ae23-1e27420c424a" providerId="AD" clId="Web-{272759F9-F7C1-41E0-B06B-9CF2A6E9A81E}" dt="2025-11-19T19:01:29.177" v="120" actId="20577"/>
        <pc:sldMkLst>
          <pc:docMk/>
          <pc:sldMk cId="2821770923" sldId="259"/>
        </pc:sldMkLst>
      </pc:sldChg>
    </pc:docChg>
  </pc:docChgLst>
  <pc:docChgLst>
    <pc:chgData name="Sharan Nataraj" userId="S::sharan_nataraj@thbs.com::9e41d03b-7378-4c23-b33a-d421a831a9bd" providerId="AD" clId="Web-{12024C3E-DC55-04E0-9934-0D69D0B46175}"/>
    <pc:docChg chg="delSld modSld">
      <pc:chgData name="Sharan Nataraj" userId="S::sharan_nataraj@thbs.com::9e41d03b-7378-4c23-b33a-d421a831a9bd" providerId="AD" clId="Web-{12024C3E-DC55-04E0-9934-0D69D0B46175}" dt="2025-11-20T13:13:25.186" v="215"/>
      <pc:docMkLst>
        <pc:docMk/>
      </pc:docMkLst>
      <pc:sldChg chg="modSp">
        <pc:chgData name="Sharan Nataraj" userId="S::sharan_nataraj@thbs.com::9e41d03b-7378-4c23-b33a-d421a831a9bd" providerId="AD" clId="Web-{12024C3E-DC55-04E0-9934-0D69D0B46175}" dt="2025-11-20T11:38:37.132" v="18" actId="20577"/>
        <pc:sldMkLst>
          <pc:docMk/>
          <pc:sldMk cId="109857222" sldId="256"/>
        </pc:sldMkLst>
        <pc:spChg chg="mod">
          <ac:chgData name="Sharan Nataraj" userId="S::sharan_nataraj@thbs.com::9e41d03b-7378-4c23-b33a-d421a831a9bd" providerId="AD" clId="Web-{12024C3E-DC55-04E0-9934-0D69D0B46175}" dt="2025-11-20T11:38:37.132" v="18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">
        <pc:chgData name="Sharan Nataraj" userId="S::sharan_nataraj@thbs.com::9e41d03b-7378-4c23-b33a-d421a831a9bd" providerId="AD" clId="Web-{12024C3E-DC55-04E0-9934-0D69D0B46175}" dt="2025-11-20T12:39:22.173" v="185" actId="20577"/>
        <pc:sldMkLst>
          <pc:docMk/>
          <pc:sldMk cId="2519765331" sldId="257"/>
        </pc:sldMkLst>
        <pc:spChg chg="mod">
          <ac:chgData name="Sharan Nataraj" userId="S::sharan_nataraj@thbs.com::9e41d03b-7378-4c23-b33a-d421a831a9bd" providerId="AD" clId="Web-{12024C3E-DC55-04E0-9934-0D69D0B46175}" dt="2025-11-20T12:38:03.953" v="174" actId="1076"/>
          <ac:spMkLst>
            <pc:docMk/>
            <pc:sldMk cId="2519765331" sldId="257"/>
            <ac:spMk id="2" creationId="{8E92BD83-D9F7-769C-CBE2-C18B6B1EBCBF}"/>
          </ac:spMkLst>
        </pc:spChg>
        <pc:spChg chg="mod">
          <ac:chgData name="Sharan Nataraj" userId="S::sharan_nataraj@thbs.com::9e41d03b-7378-4c23-b33a-d421a831a9bd" providerId="AD" clId="Web-{12024C3E-DC55-04E0-9934-0D69D0B46175}" dt="2025-11-20T12:39:22.173" v="185" actId="20577"/>
          <ac:spMkLst>
            <pc:docMk/>
            <pc:sldMk cId="2519765331" sldId="257"/>
            <ac:spMk id="3" creationId="{74E99ABF-94FC-44D4-1773-914EB890F30F}"/>
          </ac:spMkLst>
        </pc:spChg>
        <pc:spChg chg="add del">
          <ac:chgData name="Sharan Nataraj" userId="S::sharan_nataraj@thbs.com::9e41d03b-7378-4c23-b33a-d421a831a9bd" providerId="AD" clId="Web-{12024C3E-DC55-04E0-9934-0D69D0B46175}" dt="2025-11-20T12:21:16.093" v="151"/>
          <ac:spMkLst>
            <pc:docMk/>
            <pc:sldMk cId="2519765331" sldId="257"/>
            <ac:spMk id="6" creationId="{2425A7EA-2E03-7117-4672-EF946CABFF0D}"/>
          </ac:spMkLst>
        </pc:spChg>
        <pc:spChg chg="del">
          <ac:chgData name="Sharan Nataraj" userId="S::sharan_nataraj@thbs.com::9e41d03b-7378-4c23-b33a-d421a831a9bd" providerId="AD" clId="Web-{12024C3E-DC55-04E0-9934-0D69D0B46175}" dt="2025-11-20T11:53:02.502" v="26"/>
          <ac:spMkLst>
            <pc:docMk/>
            <pc:sldMk cId="2519765331" sldId="257"/>
            <ac:spMk id="10" creationId="{6F4C891B-62D0-4250-AEB7-0F42BAD78D7D}"/>
          </ac:spMkLst>
        </pc:spChg>
        <pc:spChg chg="add">
          <ac:chgData name="Sharan Nataraj" userId="S::sharan_nataraj@thbs.com::9e41d03b-7378-4c23-b33a-d421a831a9bd" providerId="AD" clId="Web-{12024C3E-DC55-04E0-9934-0D69D0B46175}" dt="2025-11-20T11:53:02.502" v="26"/>
          <ac:spMkLst>
            <pc:docMk/>
            <pc:sldMk cId="2519765331" sldId="257"/>
            <ac:spMk id="12" creationId="{9AA72BD9-2C5A-4EDC-931F-5AA08EACA0F3}"/>
          </ac:spMkLst>
        </pc:spChg>
        <pc:spChg chg="add">
          <ac:chgData name="Sharan Nataraj" userId="S::sharan_nataraj@thbs.com::9e41d03b-7378-4c23-b33a-d421a831a9bd" providerId="AD" clId="Web-{12024C3E-DC55-04E0-9934-0D69D0B46175}" dt="2025-11-20T11:53:02.502" v="26"/>
          <ac:spMkLst>
            <pc:docMk/>
            <pc:sldMk cId="2519765331" sldId="257"/>
            <ac:spMk id="13" creationId="{DD3981AC-7B61-4947-BCF3-F7AA7FA385B9}"/>
          </ac:spMkLst>
        </pc:spChg>
        <pc:spChg chg="add">
          <ac:chgData name="Sharan Nataraj" userId="S::sharan_nataraj@thbs.com::9e41d03b-7378-4c23-b33a-d421a831a9bd" providerId="AD" clId="Web-{12024C3E-DC55-04E0-9934-0D69D0B46175}" dt="2025-11-20T11:53:02.502" v="26"/>
          <ac:spMkLst>
            <pc:docMk/>
            <pc:sldMk cId="2519765331" sldId="257"/>
            <ac:spMk id="14" creationId="{55D4142C-5077-457F-A6AD-3FECFDB39685}"/>
          </ac:spMkLst>
        </pc:spChg>
        <pc:spChg chg="add mod">
          <ac:chgData name="Sharan Nataraj" userId="S::sharan_nataraj@thbs.com::9e41d03b-7378-4c23-b33a-d421a831a9bd" providerId="AD" clId="Web-{12024C3E-DC55-04E0-9934-0D69D0B46175}" dt="2025-11-20T12:02:17.057" v="52"/>
          <ac:spMkLst>
            <pc:docMk/>
            <pc:sldMk cId="2519765331" sldId="257"/>
            <ac:spMk id="21" creationId="{7A5F0580-5EE9-419F-96EE-B6529EF6E7D0}"/>
          </ac:spMkLst>
        </pc:spChg>
        <pc:picChg chg="add del mod">
          <ac:chgData name="Sharan Nataraj" userId="S::sharan_nataraj@thbs.com::9e41d03b-7378-4c23-b33a-d421a831a9bd" providerId="AD" clId="Web-{12024C3E-DC55-04E0-9934-0D69D0B46175}" dt="2025-11-20T11:43:18.077" v="20"/>
          <ac:picMkLst>
            <pc:docMk/>
            <pc:sldMk cId="2519765331" sldId="257"/>
            <ac:picMk id="4" creationId="{44F0FA88-7B56-27B5-9440-521766A806FF}"/>
          </ac:picMkLst>
        </pc:picChg>
        <pc:picChg chg="add mod ord">
          <ac:chgData name="Sharan Nataraj" userId="S::sharan_nataraj@thbs.com::9e41d03b-7378-4c23-b33a-d421a831a9bd" providerId="AD" clId="Web-{12024C3E-DC55-04E0-9934-0D69D0B46175}" dt="2025-11-20T12:36:37.702" v="168" actId="1076"/>
          <ac:picMkLst>
            <pc:docMk/>
            <pc:sldMk cId="2519765331" sldId="257"/>
            <ac:picMk id="5" creationId="{DD6C1E7D-C9A0-7DE1-8954-09F6BB4C3830}"/>
          </ac:picMkLst>
        </pc:picChg>
        <pc:picChg chg="del">
          <ac:chgData name="Sharan Nataraj" userId="S::sharan_nataraj@thbs.com::9e41d03b-7378-4c23-b33a-d421a831a9bd" providerId="AD" clId="Web-{12024C3E-DC55-04E0-9934-0D69D0B46175}" dt="2025-11-20T11:52:56.975" v="24"/>
          <ac:picMkLst>
            <pc:docMk/>
            <pc:sldMk cId="2519765331" sldId="257"/>
            <ac:picMk id="7" creationId="{50786B3F-45F8-E539-B5AD-DF363CD9F4C8}"/>
          </ac:picMkLst>
        </pc:picChg>
      </pc:sldChg>
      <pc:sldChg chg="addSp delSp modSp mod setBg">
        <pc:chgData name="Sharan Nataraj" userId="S::sharan_nataraj@thbs.com::9e41d03b-7378-4c23-b33a-d421a831a9bd" providerId="AD" clId="Web-{12024C3E-DC55-04E0-9934-0D69D0B46175}" dt="2025-11-20T12:49:08.230" v="193"/>
        <pc:sldMkLst>
          <pc:docMk/>
          <pc:sldMk cId="2821770923" sldId="259"/>
        </pc:sldMkLst>
        <pc:spChg chg="mod">
          <ac:chgData name="Sharan Nataraj" userId="S::sharan_nataraj@thbs.com::9e41d03b-7378-4c23-b33a-d421a831a9bd" providerId="AD" clId="Web-{12024C3E-DC55-04E0-9934-0D69D0B46175}" dt="2025-11-20T12:49:01.011" v="192" actId="20577"/>
          <ac:spMkLst>
            <pc:docMk/>
            <pc:sldMk cId="2821770923" sldId="259"/>
            <ac:spMk id="2" creationId="{71642494-EC93-A67E-3382-323048351562}"/>
          </ac:spMkLst>
        </pc:spChg>
        <pc:spChg chg="del mod">
          <ac:chgData name="Sharan Nataraj" userId="S::sharan_nataraj@thbs.com::9e41d03b-7378-4c23-b33a-d421a831a9bd" providerId="AD" clId="Web-{12024C3E-DC55-04E0-9934-0D69D0B46175}" dt="2025-11-20T12:48:45.073" v="191"/>
          <ac:spMkLst>
            <pc:docMk/>
            <pc:sldMk cId="2821770923" sldId="259"/>
            <ac:spMk id="3" creationId="{5619BA4A-7939-0D70-308F-47B4B9F7C251}"/>
          </ac:spMkLst>
        </pc:spChg>
        <pc:spChg chg="add mod">
          <ac:chgData name="Sharan Nataraj" userId="S::sharan_nataraj@thbs.com::9e41d03b-7378-4c23-b33a-d421a831a9bd" providerId="AD" clId="Web-{12024C3E-DC55-04E0-9934-0D69D0B46175}" dt="2025-11-20T12:49:08.230" v="193"/>
          <ac:spMkLst>
            <pc:docMk/>
            <pc:sldMk cId="2821770923" sldId="259"/>
            <ac:spMk id="9" creationId="{AE2B703B-46F9-481A-A605-82E2A828C4FA}"/>
          </ac:spMkLst>
        </pc:spChg>
        <pc:spChg chg="add">
          <ac:chgData name="Sharan Nataraj" userId="S::sharan_nataraj@thbs.com::9e41d03b-7378-4c23-b33a-d421a831a9bd" providerId="AD" clId="Web-{12024C3E-DC55-04E0-9934-0D69D0B46175}" dt="2025-11-20T12:48:45.073" v="191"/>
          <ac:spMkLst>
            <pc:docMk/>
            <pc:sldMk cId="2821770923" sldId="259"/>
            <ac:spMk id="11" creationId="{F13BE4D7-0C3D-4906-B230-A1C5B4665CCF}"/>
          </ac:spMkLst>
        </pc:spChg>
        <pc:graphicFrameChg chg="add">
          <ac:chgData name="Sharan Nataraj" userId="S::sharan_nataraj@thbs.com::9e41d03b-7378-4c23-b33a-d421a831a9bd" providerId="AD" clId="Web-{12024C3E-DC55-04E0-9934-0D69D0B46175}" dt="2025-11-20T12:48:45.073" v="191"/>
          <ac:graphicFrameMkLst>
            <pc:docMk/>
            <pc:sldMk cId="2821770923" sldId="259"/>
            <ac:graphicFrameMk id="5" creationId="{20F1708C-B11E-D384-957F-78193A982E55}"/>
          </ac:graphicFrameMkLst>
        </pc:graphicFrameChg>
      </pc:sldChg>
      <pc:sldChg chg="addSp modSp">
        <pc:chgData name="Sharan Nataraj" userId="S::sharan_nataraj@thbs.com::9e41d03b-7378-4c23-b33a-d421a831a9bd" providerId="AD" clId="Web-{12024C3E-DC55-04E0-9934-0D69D0B46175}" dt="2025-11-20T12:59:23.499" v="214" actId="20577"/>
        <pc:sldMkLst>
          <pc:docMk/>
          <pc:sldMk cId="911313721" sldId="260"/>
        </pc:sldMkLst>
        <pc:spChg chg="mod">
          <ac:chgData name="Sharan Nataraj" userId="S::sharan_nataraj@thbs.com::9e41d03b-7378-4c23-b33a-d421a831a9bd" providerId="AD" clId="Web-{12024C3E-DC55-04E0-9934-0D69D0B46175}" dt="2025-11-20T12:59:19.702" v="212" actId="20577"/>
          <ac:spMkLst>
            <pc:docMk/>
            <pc:sldMk cId="911313721" sldId="260"/>
            <ac:spMk id="2" creationId="{3647B042-5866-E2A0-12E2-B38663019658}"/>
          </ac:spMkLst>
        </pc:spChg>
        <pc:spChg chg="add mod">
          <ac:chgData name="Sharan Nataraj" userId="S::sharan_nataraj@thbs.com::9e41d03b-7378-4c23-b33a-d421a831a9bd" providerId="AD" clId="Web-{12024C3E-DC55-04E0-9934-0D69D0B46175}" dt="2025-11-20T12:59:23.499" v="214" actId="20577"/>
          <ac:spMkLst>
            <pc:docMk/>
            <pc:sldMk cId="911313721" sldId="260"/>
            <ac:spMk id="4" creationId="{53C70903-4F00-0BFD-CA05-6A3950292073}"/>
          </ac:spMkLst>
        </pc:spChg>
      </pc:sldChg>
      <pc:sldChg chg="addSp delSp modSp">
        <pc:chgData name="Sharan Nataraj" userId="S::sharan_nataraj@thbs.com::9e41d03b-7378-4c23-b33a-d421a831a9bd" providerId="AD" clId="Web-{12024C3E-DC55-04E0-9934-0D69D0B46175}" dt="2025-11-20T13:13:25.186" v="215"/>
        <pc:sldMkLst>
          <pc:docMk/>
          <pc:sldMk cId="1882077575" sldId="261"/>
        </pc:sldMkLst>
        <pc:spChg chg="mod ord">
          <ac:chgData name="Sharan Nataraj" userId="S::sharan_nataraj@thbs.com::9e41d03b-7378-4c23-b33a-d421a831a9bd" providerId="AD" clId="Web-{12024C3E-DC55-04E0-9934-0D69D0B46175}" dt="2025-11-20T12:41:27.131" v="187"/>
          <ac:spMkLst>
            <pc:docMk/>
            <pc:sldMk cId="1882077575" sldId="261"/>
            <ac:spMk id="2" creationId="{28CB9807-7F14-032D-3493-72A647873753}"/>
          </ac:spMkLst>
        </pc:spChg>
        <pc:spChg chg="mod ord">
          <ac:chgData name="Sharan Nataraj" userId="S::sharan_nataraj@thbs.com::9e41d03b-7378-4c23-b33a-d421a831a9bd" providerId="AD" clId="Web-{12024C3E-DC55-04E0-9934-0D69D0B46175}" dt="2025-11-20T12:41:27.131" v="187"/>
          <ac:spMkLst>
            <pc:docMk/>
            <pc:sldMk cId="1882077575" sldId="261"/>
            <ac:spMk id="3" creationId="{9B947B2A-8683-60F1-8931-41CC2310F847}"/>
          </ac:spMkLst>
        </pc:spChg>
        <pc:spChg chg="add del">
          <ac:chgData name="Sharan Nataraj" userId="S::sharan_nataraj@thbs.com::9e41d03b-7378-4c23-b33a-d421a831a9bd" providerId="AD" clId="Web-{12024C3E-DC55-04E0-9934-0D69D0B46175}" dt="2025-11-20T12:21:53.187" v="155"/>
          <ac:spMkLst>
            <pc:docMk/>
            <pc:sldMk cId="1882077575" sldId="261"/>
            <ac:spMk id="6" creationId="{1DF99C76-8D94-6853-599E-E170C7730AAE}"/>
          </ac:spMkLst>
        </pc:spChg>
        <pc:spChg chg="del">
          <ac:chgData name="Sharan Nataraj" userId="S::sharan_nataraj@thbs.com::9e41d03b-7378-4c23-b33a-d421a831a9bd" providerId="AD" clId="Web-{12024C3E-DC55-04E0-9934-0D69D0B46175}" dt="2025-11-20T11:53:59.862" v="36"/>
          <ac:spMkLst>
            <pc:docMk/>
            <pc:sldMk cId="1882077575" sldId="261"/>
            <ac:spMk id="8" creationId="{6CC7D015-0DD8-420F-A568-AC4FEDC41251}"/>
          </ac:spMkLst>
        </pc:spChg>
        <pc:spChg chg="add del mod">
          <ac:chgData name="Sharan Nataraj" userId="S::sharan_nataraj@thbs.com::9e41d03b-7378-4c23-b33a-d421a831a9bd" providerId="AD" clId="Web-{12024C3E-DC55-04E0-9934-0D69D0B46175}" dt="2025-11-20T13:13:25.186" v="215"/>
          <ac:spMkLst>
            <pc:docMk/>
            <pc:sldMk cId="1882077575" sldId="261"/>
            <ac:spMk id="13" creationId="{5A0118C5-4F8D-4CF4-BADD-53FEACC6C42A}"/>
          </ac:spMkLst>
        </pc:spChg>
        <pc:spChg chg="add del">
          <ac:chgData name="Sharan Nataraj" userId="S::sharan_nataraj@thbs.com::9e41d03b-7378-4c23-b33a-d421a831a9bd" providerId="AD" clId="Web-{12024C3E-DC55-04E0-9934-0D69D0B46175}" dt="2025-11-20T12:41:27.131" v="187"/>
          <ac:spMkLst>
            <pc:docMk/>
            <pc:sldMk cId="1882077575" sldId="261"/>
            <ac:spMk id="26" creationId="{E8A8EAB8-D2FF-444D-B34B-7D32F106AD0E}"/>
          </ac:spMkLst>
        </pc:spChg>
        <pc:spChg chg="add del">
          <ac:chgData name="Sharan Nataraj" userId="S::sharan_nataraj@thbs.com::9e41d03b-7378-4c23-b33a-d421a831a9bd" providerId="AD" clId="Web-{12024C3E-DC55-04E0-9934-0D69D0B46175}" dt="2025-11-20T12:19:53.279" v="144"/>
          <ac:spMkLst>
            <pc:docMk/>
            <pc:sldMk cId="1882077575" sldId="261"/>
            <ac:spMk id="29" creationId="{5A0118C5-4F8D-4CF4-BADD-53FEACC6C42A}"/>
          </ac:spMkLst>
        </pc:spChg>
        <pc:spChg chg="add del">
          <ac:chgData name="Sharan Nataraj" userId="S::sharan_nataraj@thbs.com::9e41d03b-7378-4c23-b33a-d421a831a9bd" providerId="AD" clId="Web-{12024C3E-DC55-04E0-9934-0D69D0B46175}" dt="2025-11-20T12:19:53.279" v="144"/>
          <ac:spMkLst>
            <pc:docMk/>
            <pc:sldMk cId="1882077575" sldId="261"/>
            <ac:spMk id="31" creationId="{EAED1919-54A1-41C9-B30B-A3FF3F58E38B}"/>
          </ac:spMkLst>
        </pc:spChg>
        <pc:spChg chg="add del">
          <ac:chgData name="Sharan Nataraj" userId="S::sharan_nataraj@thbs.com::9e41d03b-7378-4c23-b33a-d421a831a9bd" providerId="AD" clId="Web-{12024C3E-DC55-04E0-9934-0D69D0B46175}" dt="2025-11-20T12:19:53.279" v="144"/>
          <ac:spMkLst>
            <pc:docMk/>
            <pc:sldMk cId="1882077575" sldId="261"/>
            <ac:spMk id="37" creationId="{FFFEB18F-F81F-4CED-BE64-EB888A77C3B8}"/>
          </ac:spMkLst>
        </pc:spChg>
        <pc:grpChg chg="add del">
          <ac:chgData name="Sharan Nataraj" userId="S::sharan_nataraj@thbs.com::9e41d03b-7378-4c23-b33a-d421a831a9bd" providerId="AD" clId="Web-{12024C3E-DC55-04E0-9934-0D69D0B46175}" dt="2025-11-20T12:41:27.131" v="187"/>
          <ac:grpSpMkLst>
            <pc:docMk/>
            <pc:sldMk cId="1882077575" sldId="261"/>
            <ac:grpSpMk id="15" creationId="{B894EFA8-F425-4D19-A94B-445388B31E20}"/>
          </ac:grpSpMkLst>
        </pc:grpChg>
        <pc:grpChg chg="add del">
          <ac:chgData name="Sharan Nataraj" userId="S::sharan_nataraj@thbs.com::9e41d03b-7378-4c23-b33a-d421a831a9bd" providerId="AD" clId="Web-{12024C3E-DC55-04E0-9934-0D69D0B46175}" dt="2025-11-20T12:41:27.131" v="187"/>
          <ac:grpSpMkLst>
            <pc:docMk/>
            <pc:sldMk cId="1882077575" sldId="261"/>
            <ac:grpSpMk id="19" creationId="{582A903B-6B78-4F0A-B7C9-3D80499020B8}"/>
          </ac:grpSpMkLst>
        </pc:grpChg>
        <pc:grpChg chg="add del">
          <ac:chgData name="Sharan Nataraj" userId="S::sharan_nataraj@thbs.com::9e41d03b-7378-4c23-b33a-d421a831a9bd" providerId="AD" clId="Web-{12024C3E-DC55-04E0-9934-0D69D0B46175}" dt="2025-11-20T12:19:53.279" v="144"/>
          <ac:grpSpMkLst>
            <pc:docMk/>
            <pc:sldMk cId="1882077575" sldId="261"/>
            <ac:grpSpMk id="33" creationId="{C4751043-2EE3-4222-9979-8E61D93DA8DC}"/>
          </ac:grpSpMkLst>
        </pc:grpChg>
        <pc:grpChg chg="add del">
          <ac:chgData name="Sharan Nataraj" userId="S::sharan_nataraj@thbs.com::9e41d03b-7378-4c23-b33a-d421a831a9bd" providerId="AD" clId="Web-{12024C3E-DC55-04E0-9934-0D69D0B46175}" dt="2025-11-20T12:19:53.279" v="144"/>
          <ac:grpSpMkLst>
            <pc:docMk/>
            <pc:sldMk cId="1882077575" sldId="261"/>
            <ac:grpSpMk id="39" creationId="{00E015F5-1A99-4E40-BC3D-7707802996B5}"/>
          </ac:grpSpMkLst>
        </pc:grpChg>
        <pc:picChg chg="add mod ord">
          <ac:chgData name="Sharan Nataraj" userId="S::sharan_nataraj@thbs.com::9e41d03b-7378-4c23-b33a-d421a831a9bd" providerId="AD" clId="Web-{12024C3E-DC55-04E0-9934-0D69D0B46175}" dt="2025-11-20T12:41:27.131" v="187"/>
          <ac:picMkLst>
            <pc:docMk/>
            <pc:sldMk cId="1882077575" sldId="261"/>
            <ac:picMk id="4" creationId="{0FFF7F6E-BCFC-2B82-9E2C-8BF7670AC28F}"/>
          </ac:picMkLst>
        </pc:picChg>
        <pc:cxnChg chg="add del">
          <ac:chgData name="Sharan Nataraj" userId="S::sharan_nataraj@thbs.com::9e41d03b-7378-4c23-b33a-d421a831a9bd" providerId="AD" clId="Web-{12024C3E-DC55-04E0-9934-0D69D0B46175}" dt="2025-11-20T12:41:27.131" v="187"/>
          <ac:cxnSpMkLst>
            <pc:docMk/>
            <pc:sldMk cId="1882077575" sldId="261"/>
            <ac:cxnSpMk id="27" creationId="{EEA38897-7BA3-4408-8083-3235339C4A60}"/>
          </ac:cxnSpMkLst>
        </pc:cxnChg>
        <pc:cxnChg chg="add del">
          <ac:chgData name="Sharan Nataraj" userId="S::sharan_nataraj@thbs.com::9e41d03b-7378-4c23-b33a-d421a831a9bd" providerId="AD" clId="Web-{12024C3E-DC55-04E0-9934-0D69D0B46175}" dt="2025-11-20T12:41:27.131" v="187"/>
          <ac:cxnSpMkLst>
            <pc:docMk/>
            <pc:sldMk cId="1882077575" sldId="261"/>
            <ac:cxnSpMk id="28" creationId="{F11AD06B-AB20-4097-8606-5DA00DBACE88}"/>
          </ac:cxnSpMkLst>
        </pc:cxnChg>
      </pc:sldChg>
      <pc:sldChg chg="del">
        <pc:chgData name="Sharan Nataraj" userId="S::sharan_nataraj@thbs.com::9e41d03b-7378-4c23-b33a-d421a831a9bd" providerId="AD" clId="Web-{12024C3E-DC55-04E0-9934-0D69D0B46175}" dt="2025-11-20T11:54:32.269" v="37"/>
        <pc:sldMkLst>
          <pc:docMk/>
          <pc:sldMk cId="3553523337" sldId="263"/>
        </pc:sldMkLst>
      </pc:sldChg>
    </pc:docChg>
  </pc:docChgLst>
  <pc:docChgLst>
    <pc:chgData clId="Web-{ED8283AA-F0AF-376A-3AD3-6FB95C7FAABD}"/>
    <pc:docChg chg="modSld">
      <pc:chgData name="" userId="" providerId="" clId="Web-{ED8283AA-F0AF-376A-3AD3-6FB95C7FAABD}" dt="2025-11-21T05:23:04.314" v="0" actId="14100"/>
      <pc:docMkLst>
        <pc:docMk/>
      </pc:docMkLst>
      <pc:sldChg chg="modSp">
        <pc:chgData name="" userId="" providerId="" clId="Web-{ED8283AA-F0AF-376A-3AD3-6FB95C7FAABD}" dt="2025-11-21T05:23:04.314" v="0" actId="14100"/>
        <pc:sldMkLst>
          <pc:docMk/>
          <pc:sldMk cId="2519765331" sldId="257"/>
        </pc:sldMkLst>
        <pc:spChg chg="mod">
          <ac:chgData name="" userId="" providerId="" clId="Web-{ED8283AA-F0AF-376A-3AD3-6FB95C7FAABD}" dt="2025-11-21T05:23:04.314" v="0" actId="14100"/>
          <ac:spMkLst>
            <pc:docMk/>
            <pc:sldMk cId="2519765331" sldId="257"/>
            <ac:spMk id="3" creationId="{74E99ABF-94FC-44D4-1773-914EB890F30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71675D-A633-4A4E-A77B-E9E7D999F61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1E37CE0-DF68-4B34-8067-17C5B606A6E6}">
      <dgm:prSet/>
      <dgm:spPr/>
      <dgm:t>
        <a:bodyPr/>
        <a:lstStyle/>
        <a:p>
          <a:r>
            <a:rPr lang="en-US"/>
            <a:t>Automated Reporting &amp; Notifications </a:t>
          </a:r>
        </a:p>
      </dgm:t>
    </dgm:pt>
    <dgm:pt modelId="{54A56661-E5DE-4006-888C-05FF74164124}" type="parTrans" cxnId="{ABA81903-3FA8-49B5-AECC-4AFA5C7722BB}">
      <dgm:prSet/>
      <dgm:spPr/>
      <dgm:t>
        <a:bodyPr/>
        <a:lstStyle/>
        <a:p>
          <a:endParaRPr lang="en-US"/>
        </a:p>
      </dgm:t>
    </dgm:pt>
    <dgm:pt modelId="{93B01A0E-A5C5-4DFF-BB17-ABDBE448DE5E}" type="sibTrans" cxnId="{ABA81903-3FA8-49B5-AECC-4AFA5C7722BB}">
      <dgm:prSet/>
      <dgm:spPr/>
      <dgm:t>
        <a:bodyPr/>
        <a:lstStyle/>
        <a:p>
          <a:endParaRPr lang="en-US"/>
        </a:p>
      </dgm:t>
    </dgm:pt>
    <dgm:pt modelId="{D440A673-3E2F-4CC7-BFFA-3D2AE1802316}">
      <dgm:prSet/>
      <dgm:spPr/>
      <dgm:t>
        <a:bodyPr/>
        <a:lstStyle/>
        <a:p>
          <a:r>
            <a:rPr lang="en-US"/>
            <a:t>Seamless CI/CD Pipeline Integration </a:t>
          </a:r>
        </a:p>
      </dgm:t>
    </dgm:pt>
    <dgm:pt modelId="{5DB1FC84-0511-4BF9-80CF-53C0DBE5420A}" type="parTrans" cxnId="{7EF1D4F6-292D-42D2-8FF0-9905372CC7F0}">
      <dgm:prSet/>
      <dgm:spPr/>
      <dgm:t>
        <a:bodyPr/>
        <a:lstStyle/>
        <a:p>
          <a:endParaRPr lang="en-US"/>
        </a:p>
      </dgm:t>
    </dgm:pt>
    <dgm:pt modelId="{B7BD8627-DB8A-415E-82C0-980872DBEA2F}" type="sibTrans" cxnId="{7EF1D4F6-292D-42D2-8FF0-9905372CC7F0}">
      <dgm:prSet/>
      <dgm:spPr/>
      <dgm:t>
        <a:bodyPr/>
        <a:lstStyle/>
        <a:p>
          <a:endParaRPr lang="en-US"/>
        </a:p>
      </dgm:t>
    </dgm:pt>
    <dgm:pt modelId="{D5CC6CF3-4525-442C-AE73-53744EB89C15}">
      <dgm:prSet/>
      <dgm:spPr/>
      <dgm:t>
        <a:bodyPr/>
        <a:lstStyle/>
        <a:p>
          <a:r>
            <a:rPr lang="en-US"/>
            <a:t>Full Backend API Testing Integration</a:t>
          </a:r>
        </a:p>
      </dgm:t>
    </dgm:pt>
    <dgm:pt modelId="{F138676C-4A06-40D0-A90A-CCE4267FB61C}" type="parTrans" cxnId="{E3BEF429-D909-4CE1-9F89-61D99CB591F8}">
      <dgm:prSet/>
      <dgm:spPr/>
      <dgm:t>
        <a:bodyPr/>
        <a:lstStyle/>
        <a:p>
          <a:endParaRPr lang="en-US"/>
        </a:p>
      </dgm:t>
    </dgm:pt>
    <dgm:pt modelId="{243FA303-B263-4F31-95AD-334A522A4712}" type="sibTrans" cxnId="{E3BEF429-D909-4CE1-9F89-61D99CB591F8}">
      <dgm:prSet/>
      <dgm:spPr/>
      <dgm:t>
        <a:bodyPr/>
        <a:lstStyle/>
        <a:p>
          <a:endParaRPr lang="en-US"/>
        </a:p>
      </dgm:t>
    </dgm:pt>
    <dgm:pt modelId="{7DD0DFEE-4F11-4EF2-B3C8-741C0DC8F857}">
      <dgm:prSet/>
      <dgm:spPr/>
      <dgm:t>
        <a:bodyPr/>
        <a:lstStyle/>
        <a:p>
          <a:r>
            <a:rPr lang="en-US"/>
            <a:t>Smart Test Analytics Dashboard</a:t>
          </a:r>
        </a:p>
      </dgm:t>
    </dgm:pt>
    <dgm:pt modelId="{D900CE16-820D-4C49-B720-08B753FE931F}" type="parTrans" cxnId="{C9416B6D-82E7-4765-BE6D-43446EA9DDE0}">
      <dgm:prSet/>
      <dgm:spPr/>
      <dgm:t>
        <a:bodyPr/>
        <a:lstStyle/>
        <a:p>
          <a:endParaRPr lang="en-US"/>
        </a:p>
      </dgm:t>
    </dgm:pt>
    <dgm:pt modelId="{2EA22992-508F-4F76-90DE-0F690C1C9D17}" type="sibTrans" cxnId="{C9416B6D-82E7-4765-BE6D-43446EA9DDE0}">
      <dgm:prSet/>
      <dgm:spPr/>
      <dgm:t>
        <a:bodyPr/>
        <a:lstStyle/>
        <a:p>
          <a:endParaRPr lang="en-US"/>
        </a:p>
      </dgm:t>
    </dgm:pt>
    <dgm:pt modelId="{69098C69-648A-4E76-B08B-457D35C67693}" type="pres">
      <dgm:prSet presAssocID="{8C71675D-A633-4A4E-A77B-E9E7D999F61B}" presName="root" presStyleCnt="0">
        <dgm:presLayoutVars>
          <dgm:dir/>
          <dgm:resizeHandles val="exact"/>
        </dgm:presLayoutVars>
      </dgm:prSet>
      <dgm:spPr/>
    </dgm:pt>
    <dgm:pt modelId="{952E6D53-1EBC-4B3B-8157-5E3998DF4942}" type="pres">
      <dgm:prSet presAssocID="{11E37CE0-DF68-4B34-8067-17C5B606A6E6}" presName="compNode" presStyleCnt="0"/>
      <dgm:spPr/>
    </dgm:pt>
    <dgm:pt modelId="{4376BD3C-88E6-4D7A-A57F-1581981608B9}" type="pres">
      <dgm:prSet presAssocID="{11E37CE0-DF68-4B34-8067-17C5B606A6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0593C6E7-5AE4-4D70-AC88-849D6704D47A}" type="pres">
      <dgm:prSet presAssocID="{11E37CE0-DF68-4B34-8067-17C5B606A6E6}" presName="spaceRect" presStyleCnt="0"/>
      <dgm:spPr/>
    </dgm:pt>
    <dgm:pt modelId="{3327BD8C-08D1-4239-BC4E-63D430587D45}" type="pres">
      <dgm:prSet presAssocID="{11E37CE0-DF68-4B34-8067-17C5B606A6E6}" presName="textRect" presStyleLbl="revTx" presStyleIdx="0" presStyleCnt="4">
        <dgm:presLayoutVars>
          <dgm:chMax val="1"/>
          <dgm:chPref val="1"/>
        </dgm:presLayoutVars>
      </dgm:prSet>
      <dgm:spPr/>
    </dgm:pt>
    <dgm:pt modelId="{C22B264E-BEF0-40F7-9B56-1FB23F769355}" type="pres">
      <dgm:prSet presAssocID="{93B01A0E-A5C5-4DFF-BB17-ABDBE448DE5E}" presName="sibTrans" presStyleCnt="0"/>
      <dgm:spPr/>
    </dgm:pt>
    <dgm:pt modelId="{7101C917-5586-4119-912B-0CEEFD994240}" type="pres">
      <dgm:prSet presAssocID="{D440A673-3E2F-4CC7-BFFA-3D2AE1802316}" presName="compNode" presStyleCnt="0"/>
      <dgm:spPr/>
    </dgm:pt>
    <dgm:pt modelId="{E844B359-D835-4566-AFA2-DED808503CF1}" type="pres">
      <dgm:prSet presAssocID="{D440A673-3E2F-4CC7-BFFA-3D2AE180231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132DCAF-1385-4AF4-A788-3CABCB16CE2C}" type="pres">
      <dgm:prSet presAssocID="{D440A673-3E2F-4CC7-BFFA-3D2AE1802316}" presName="spaceRect" presStyleCnt="0"/>
      <dgm:spPr/>
    </dgm:pt>
    <dgm:pt modelId="{EEA3853F-C18E-4A3A-B28D-B8349FD06857}" type="pres">
      <dgm:prSet presAssocID="{D440A673-3E2F-4CC7-BFFA-3D2AE1802316}" presName="textRect" presStyleLbl="revTx" presStyleIdx="1" presStyleCnt="4">
        <dgm:presLayoutVars>
          <dgm:chMax val="1"/>
          <dgm:chPref val="1"/>
        </dgm:presLayoutVars>
      </dgm:prSet>
      <dgm:spPr/>
    </dgm:pt>
    <dgm:pt modelId="{341A99D2-F02E-4794-959E-79D5291DA64B}" type="pres">
      <dgm:prSet presAssocID="{B7BD8627-DB8A-415E-82C0-980872DBEA2F}" presName="sibTrans" presStyleCnt="0"/>
      <dgm:spPr/>
    </dgm:pt>
    <dgm:pt modelId="{B33F91D9-BCAA-4929-B35D-EAD98C30D398}" type="pres">
      <dgm:prSet presAssocID="{D5CC6CF3-4525-442C-AE73-53744EB89C15}" presName="compNode" presStyleCnt="0"/>
      <dgm:spPr/>
    </dgm:pt>
    <dgm:pt modelId="{C6BB14AD-DE1B-4661-AE43-479336155706}" type="pres">
      <dgm:prSet presAssocID="{D5CC6CF3-4525-442C-AE73-53744EB89C1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4E11FD1-257A-43BC-909B-6BA834C7B709}" type="pres">
      <dgm:prSet presAssocID="{D5CC6CF3-4525-442C-AE73-53744EB89C15}" presName="spaceRect" presStyleCnt="0"/>
      <dgm:spPr/>
    </dgm:pt>
    <dgm:pt modelId="{FADBFB2D-8A46-49AF-91B0-1825B0E31F7E}" type="pres">
      <dgm:prSet presAssocID="{D5CC6CF3-4525-442C-AE73-53744EB89C15}" presName="textRect" presStyleLbl="revTx" presStyleIdx="2" presStyleCnt="4">
        <dgm:presLayoutVars>
          <dgm:chMax val="1"/>
          <dgm:chPref val="1"/>
        </dgm:presLayoutVars>
      </dgm:prSet>
      <dgm:spPr/>
    </dgm:pt>
    <dgm:pt modelId="{89E9643A-C71D-4E1B-8E94-8E420912DF44}" type="pres">
      <dgm:prSet presAssocID="{243FA303-B263-4F31-95AD-334A522A4712}" presName="sibTrans" presStyleCnt="0"/>
      <dgm:spPr/>
    </dgm:pt>
    <dgm:pt modelId="{3EE463B9-3B52-436B-A0C2-E39C0EE49EC9}" type="pres">
      <dgm:prSet presAssocID="{7DD0DFEE-4F11-4EF2-B3C8-741C0DC8F857}" presName="compNode" presStyleCnt="0"/>
      <dgm:spPr/>
    </dgm:pt>
    <dgm:pt modelId="{1218743F-3DA8-4033-A3AA-2B5DA008BCD8}" type="pres">
      <dgm:prSet presAssocID="{7DD0DFEE-4F11-4EF2-B3C8-741C0DC8F8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5D8042B-B9B7-48A1-AC1B-47E94A13EAA0}" type="pres">
      <dgm:prSet presAssocID="{7DD0DFEE-4F11-4EF2-B3C8-741C0DC8F857}" presName="spaceRect" presStyleCnt="0"/>
      <dgm:spPr/>
    </dgm:pt>
    <dgm:pt modelId="{1BD353DE-55F3-4C32-877D-290EA3A5D4F9}" type="pres">
      <dgm:prSet presAssocID="{7DD0DFEE-4F11-4EF2-B3C8-741C0DC8F8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BA81903-3FA8-49B5-AECC-4AFA5C7722BB}" srcId="{8C71675D-A633-4A4E-A77B-E9E7D999F61B}" destId="{11E37CE0-DF68-4B34-8067-17C5B606A6E6}" srcOrd="0" destOrd="0" parTransId="{54A56661-E5DE-4006-888C-05FF74164124}" sibTransId="{93B01A0E-A5C5-4DFF-BB17-ABDBE448DE5E}"/>
    <dgm:cxn modelId="{E3BEF429-D909-4CE1-9F89-61D99CB591F8}" srcId="{8C71675D-A633-4A4E-A77B-E9E7D999F61B}" destId="{D5CC6CF3-4525-442C-AE73-53744EB89C15}" srcOrd="2" destOrd="0" parTransId="{F138676C-4A06-40D0-A90A-CCE4267FB61C}" sibTransId="{243FA303-B263-4F31-95AD-334A522A4712}"/>
    <dgm:cxn modelId="{D6CC4D5B-CB06-4BEA-B098-61991F9DA400}" type="presOf" srcId="{11E37CE0-DF68-4B34-8067-17C5B606A6E6}" destId="{3327BD8C-08D1-4239-BC4E-63D430587D45}" srcOrd="0" destOrd="0" presId="urn:microsoft.com/office/officeart/2018/2/layout/IconLabelList"/>
    <dgm:cxn modelId="{D0AA2068-87C7-41CC-BD01-4B7A5DDA5684}" type="presOf" srcId="{D5CC6CF3-4525-442C-AE73-53744EB89C15}" destId="{FADBFB2D-8A46-49AF-91B0-1825B0E31F7E}" srcOrd="0" destOrd="0" presId="urn:microsoft.com/office/officeart/2018/2/layout/IconLabelList"/>
    <dgm:cxn modelId="{C9416B6D-82E7-4765-BE6D-43446EA9DDE0}" srcId="{8C71675D-A633-4A4E-A77B-E9E7D999F61B}" destId="{7DD0DFEE-4F11-4EF2-B3C8-741C0DC8F857}" srcOrd="3" destOrd="0" parTransId="{D900CE16-820D-4C49-B720-08B753FE931F}" sibTransId="{2EA22992-508F-4F76-90DE-0F690C1C9D17}"/>
    <dgm:cxn modelId="{E30ECA85-8AA2-4D48-8348-F99B02DB32ED}" type="presOf" srcId="{8C71675D-A633-4A4E-A77B-E9E7D999F61B}" destId="{69098C69-648A-4E76-B08B-457D35C67693}" srcOrd="0" destOrd="0" presId="urn:microsoft.com/office/officeart/2018/2/layout/IconLabelList"/>
    <dgm:cxn modelId="{1D15FE8A-B934-4CB2-BCFB-CEC11A3A02F8}" type="presOf" srcId="{D440A673-3E2F-4CC7-BFFA-3D2AE1802316}" destId="{EEA3853F-C18E-4A3A-B28D-B8349FD06857}" srcOrd="0" destOrd="0" presId="urn:microsoft.com/office/officeart/2018/2/layout/IconLabelList"/>
    <dgm:cxn modelId="{CC3E8397-3578-4C87-96B6-EFD77C5FC657}" type="presOf" srcId="{7DD0DFEE-4F11-4EF2-B3C8-741C0DC8F857}" destId="{1BD353DE-55F3-4C32-877D-290EA3A5D4F9}" srcOrd="0" destOrd="0" presId="urn:microsoft.com/office/officeart/2018/2/layout/IconLabelList"/>
    <dgm:cxn modelId="{7EF1D4F6-292D-42D2-8FF0-9905372CC7F0}" srcId="{8C71675D-A633-4A4E-A77B-E9E7D999F61B}" destId="{D440A673-3E2F-4CC7-BFFA-3D2AE1802316}" srcOrd="1" destOrd="0" parTransId="{5DB1FC84-0511-4BF9-80CF-53C0DBE5420A}" sibTransId="{B7BD8627-DB8A-415E-82C0-980872DBEA2F}"/>
    <dgm:cxn modelId="{9777705A-37E4-43E3-B462-622C28CF917C}" type="presParOf" srcId="{69098C69-648A-4E76-B08B-457D35C67693}" destId="{952E6D53-1EBC-4B3B-8157-5E3998DF4942}" srcOrd="0" destOrd="0" presId="urn:microsoft.com/office/officeart/2018/2/layout/IconLabelList"/>
    <dgm:cxn modelId="{CF44B785-D355-40C2-B43B-EEBAA47CD339}" type="presParOf" srcId="{952E6D53-1EBC-4B3B-8157-5E3998DF4942}" destId="{4376BD3C-88E6-4D7A-A57F-1581981608B9}" srcOrd="0" destOrd="0" presId="urn:microsoft.com/office/officeart/2018/2/layout/IconLabelList"/>
    <dgm:cxn modelId="{FC1E35DF-A010-4869-8B31-5FFDBF79C5E4}" type="presParOf" srcId="{952E6D53-1EBC-4B3B-8157-5E3998DF4942}" destId="{0593C6E7-5AE4-4D70-AC88-849D6704D47A}" srcOrd="1" destOrd="0" presId="urn:microsoft.com/office/officeart/2018/2/layout/IconLabelList"/>
    <dgm:cxn modelId="{D9641844-EAC5-4C4A-BC72-27AEAE5DE705}" type="presParOf" srcId="{952E6D53-1EBC-4B3B-8157-5E3998DF4942}" destId="{3327BD8C-08D1-4239-BC4E-63D430587D45}" srcOrd="2" destOrd="0" presId="urn:microsoft.com/office/officeart/2018/2/layout/IconLabelList"/>
    <dgm:cxn modelId="{2CD20D7A-1761-4F27-BCD5-887722C4ADA2}" type="presParOf" srcId="{69098C69-648A-4E76-B08B-457D35C67693}" destId="{C22B264E-BEF0-40F7-9B56-1FB23F769355}" srcOrd="1" destOrd="0" presId="urn:microsoft.com/office/officeart/2018/2/layout/IconLabelList"/>
    <dgm:cxn modelId="{C2EFEC86-EA73-4131-9F1F-EC6B068052D8}" type="presParOf" srcId="{69098C69-648A-4E76-B08B-457D35C67693}" destId="{7101C917-5586-4119-912B-0CEEFD994240}" srcOrd="2" destOrd="0" presId="urn:microsoft.com/office/officeart/2018/2/layout/IconLabelList"/>
    <dgm:cxn modelId="{66482C65-43E4-46C9-A206-A9026BA8FFE3}" type="presParOf" srcId="{7101C917-5586-4119-912B-0CEEFD994240}" destId="{E844B359-D835-4566-AFA2-DED808503CF1}" srcOrd="0" destOrd="0" presId="urn:microsoft.com/office/officeart/2018/2/layout/IconLabelList"/>
    <dgm:cxn modelId="{D08CE5C5-E06F-4EA6-8BE9-8755567605C8}" type="presParOf" srcId="{7101C917-5586-4119-912B-0CEEFD994240}" destId="{B132DCAF-1385-4AF4-A788-3CABCB16CE2C}" srcOrd="1" destOrd="0" presId="urn:microsoft.com/office/officeart/2018/2/layout/IconLabelList"/>
    <dgm:cxn modelId="{76AAA22D-D607-4B4E-8875-E0767909BEB1}" type="presParOf" srcId="{7101C917-5586-4119-912B-0CEEFD994240}" destId="{EEA3853F-C18E-4A3A-B28D-B8349FD06857}" srcOrd="2" destOrd="0" presId="urn:microsoft.com/office/officeart/2018/2/layout/IconLabelList"/>
    <dgm:cxn modelId="{51DD4EF8-217D-49CF-A0FF-9918C1D301C5}" type="presParOf" srcId="{69098C69-648A-4E76-B08B-457D35C67693}" destId="{341A99D2-F02E-4794-959E-79D5291DA64B}" srcOrd="3" destOrd="0" presId="urn:microsoft.com/office/officeart/2018/2/layout/IconLabelList"/>
    <dgm:cxn modelId="{3425409E-F190-404D-979F-647F4FFA986D}" type="presParOf" srcId="{69098C69-648A-4E76-B08B-457D35C67693}" destId="{B33F91D9-BCAA-4929-B35D-EAD98C30D398}" srcOrd="4" destOrd="0" presId="urn:microsoft.com/office/officeart/2018/2/layout/IconLabelList"/>
    <dgm:cxn modelId="{ECCA163E-A45E-4AB3-B586-B5E9ED47431A}" type="presParOf" srcId="{B33F91D9-BCAA-4929-B35D-EAD98C30D398}" destId="{C6BB14AD-DE1B-4661-AE43-479336155706}" srcOrd="0" destOrd="0" presId="urn:microsoft.com/office/officeart/2018/2/layout/IconLabelList"/>
    <dgm:cxn modelId="{EBAF0D4D-60EC-4AB3-ACD9-F59847BF513F}" type="presParOf" srcId="{B33F91D9-BCAA-4929-B35D-EAD98C30D398}" destId="{84E11FD1-257A-43BC-909B-6BA834C7B709}" srcOrd="1" destOrd="0" presId="urn:microsoft.com/office/officeart/2018/2/layout/IconLabelList"/>
    <dgm:cxn modelId="{F0163D8B-89E8-4859-AEA1-32D2F2F9D734}" type="presParOf" srcId="{B33F91D9-BCAA-4929-B35D-EAD98C30D398}" destId="{FADBFB2D-8A46-49AF-91B0-1825B0E31F7E}" srcOrd="2" destOrd="0" presId="urn:microsoft.com/office/officeart/2018/2/layout/IconLabelList"/>
    <dgm:cxn modelId="{6DC17087-44E5-4053-80D9-CDD797F6AA39}" type="presParOf" srcId="{69098C69-648A-4E76-B08B-457D35C67693}" destId="{89E9643A-C71D-4E1B-8E94-8E420912DF44}" srcOrd="5" destOrd="0" presId="urn:microsoft.com/office/officeart/2018/2/layout/IconLabelList"/>
    <dgm:cxn modelId="{A9D3CFF3-B7CC-4E8D-8D48-4B83CEE1A16B}" type="presParOf" srcId="{69098C69-648A-4E76-B08B-457D35C67693}" destId="{3EE463B9-3B52-436B-A0C2-E39C0EE49EC9}" srcOrd="6" destOrd="0" presId="urn:microsoft.com/office/officeart/2018/2/layout/IconLabelList"/>
    <dgm:cxn modelId="{9F1D00F0-6197-4DA4-93F5-1447AEFB3FFA}" type="presParOf" srcId="{3EE463B9-3B52-436B-A0C2-E39C0EE49EC9}" destId="{1218743F-3DA8-4033-A3AA-2B5DA008BCD8}" srcOrd="0" destOrd="0" presId="urn:microsoft.com/office/officeart/2018/2/layout/IconLabelList"/>
    <dgm:cxn modelId="{EE7CCCD5-8EC5-4FA8-A698-AEC0F9820535}" type="presParOf" srcId="{3EE463B9-3B52-436B-A0C2-E39C0EE49EC9}" destId="{35D8042B-B9B7-48A1-AC1B-47E94A13EAA0}" srcOrd="1" destOrd="0" presId="urn:microsoft.com/office/officeart/2018/2/layout/IconLabelList"/>
    <dgm:cxn modelId="{8490D033-00D7-4251-887A-3EB6AE0A66A4}" type="presParOf" srcId="{3EE463B9-3B52-436B-A0C2-E39C0EE49EC9}" destId="{1BD353DE-55F3-4C32-877D-290EA3A5D4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76BD3C-88E6-4D7A-A57F-1581981608B9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7BD8C-08D1-4239-BC4E-63D430587D45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Automated Reporting &amp; Notifications </a:t>
          </a:r>
        </a:p>
      </dsp:txBody>
      <dsp:txXfrm>
        <a:off x="569079" y="2427788"/>
        <a:ext cx="2072362" cy="720000"/>
      </dsp:txXfrm>
    </dsp:sp>
    <dsp:sp modelId="{E844B359-D835-4566-AFA2-DED808503CF1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3853F-C18E-4A3A-B28D-B8349FD06857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Seamless CI/CD Pipeline Integration </a:t>
          </a:r>
        </a:p>
      </dsp:txBody>
      <dsp:txXfrm>
        <a:off x="3004105" y="2427788"/>
        <a:ext cx="2072362" cy="720000"/>
      </dsp:txXfrm>
    </dsp:sp>
    <dsp:sp modelId="{C6BB14AD-DE1B-4661-AE43-479336155706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BFB2D-8A46-49AF-91B0-1825B0E31F7E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Full Backend API Testing Integration</a:t>
          </a:r>
        </a:p>
      </dsp:txBody>
      <dsp:txXfrm>
        <a:off x="5439131" y="2427788"/>
        <a:ext cx="2072362" cy="720000"/>
      </dsp:txXfrm>
    </dsp:sp>
    <dsp:sp modelId="{1218743F-3DA8-4033-A3AA-2B5DA008BCD8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353DE-55F3-4C32-877D-290EA3A5D4F9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Smart Test Analytics Dashboard</a:t>
          </a:r>
        </a:p>
      </dsp:txBody>
      <dsp:txXfrm>
        <a:off x="7874157" y="2427788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9230" y="2024260"/>
            <a:ext cx="3929912" cy="1596172"/>
          </a:xfrm>
        </p:spPr>
        <p:txBody>
          <a:bodyPr>
            <a:normAutofit fontScale="90000"/>
          </a:bodyPr>
          <a:lstStyle/>
          <a:p>
            <a:pPr algn="r"/>
            <a:r>
              <a:rPr lang="en-US" sz="9600" b="1">
                <a:solidFill>
                  <a:schemeClr val="bg1"/>
                </a:solidFill>
                <a:latin typeface="Verdana Pro"/>
                <a:cs typeface="Times New Roman"/>
              </a:rPr>
              <a:t>VisTel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5459" y="3438837"/>
            <a:ext cx="3539257" cy="8845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2800">
                <a:solidFill>
                  <a:schemeClr val="bg1"/>
                </a:solidFill>
                <a:latin typeface="Verdana Pro"/>
                <a:cs typeface="Times New Roman"/>
              </a:rPr>
              <a:t>Testing Simplified</a:t>
            </a:r>
            <a:endParaRPr lang="en-US" sz="2800">
              <a:solidFill>
                <a:schemeClr val="bg1"/>
              </a:solidFill>
              <a:latin typeface="Verdana Pro"/>
              <a:ea typeface="+mn-lt"/>
              <a:cs typeface="Times New Roman"/>
            </a:endParaRPr>
          </a:p>
          <a:p>
            <a:pPr algn="r"/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86A5CBB-E03B-4019-8BCD-78975D39E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993204-9792-4E61-A83C-73D4379E2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C28B80-4F8E-1AC9-ED7E-6DD86FAC304B}"/>
              </a:ext>
            </a:extLst>
          </p:cNvPr>
          <p:cNvSpPr/>
          <p:nvPr/>
        </p:nvSpPr>
        <p:spPr>
          <a:xfrm>
            <a:off x="449935" y="3355767"/>
            <a:ext cx="6899007" cy="33370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art of a person">
            <a:extLst>
              <a:ext uri="{FF2B5EF4-FFF2-40B4-BE49-F238E27FC236}">
                <a16:creationId xmlns:a16="http://schemas.microsoft.com/office/drawing/2014/main" id="{78A706B2-23E3-E52A-42B0-6979FE428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48" r="-3" b="8067"/>
          <a:stretch>
            <a:fillRect/>
          </a:stretch>
        </p:blipFill>
        <p:spPr>
          <a:xfrm>
            <a:off x="511" y="12154"/>
            <a:ext cx="7663212" cy="6851525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sitting at a desk with his head in his hands&#10;&#10;AI-generated content may be incorrect.">
            <a:extLst>
              <a:ext uri="{FF2B5EF4-FFF2-40B4-BE49-F238E27FC236}">
                <a16:creationId xmlns:a16="http://schemas.microsoft.com/office/drawing/2014/main" id="{DD6C1E7D-C9A0-7DE1-8954-09F6BB4C3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36" r="12453" b="9091"/>
          <a:stretch>
            <a:fillRect/>
          </a:stretch>
        </p:blipFill>
        <p:spPr>
          <a:xfrm>
            <a:off x="4563992" y="10"/>
            <a:ext cx="866953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9ABF-94FC-44D4-1773-914EB890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88" y="1341856"/>
            <a:ext cx="8064038" cy="458305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b="1" u="sng">
                <a:solidFill>
                  <a:srgbClr val="00B0F0"/>
                </a:solidFill>
                <a:latin typeface="Verdana Pro"/>
                <a:ea typeface="Calibri"/>
                <a:cs typeface="Calibri"/>
              </a:rPr>
              <a:t>Problem Statement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 sz="2000">
                <a:solidFill>
                  <a:schemeClr val="bg1"/>
                </a:solidFill>
                <a:latin typeface="Verdana Pro"/>
                <a:ea typeface="Calibri"/>
                <a:cs typeface="Calibri"/>
              </a:rPr>
              <a:t>Traditional test creation relies heavily on manual discovery of user journeys and scripted test development.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  <a:latin typeface="Verdana Pro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u="sng">
                <a:solidFill>
                  <a:srgbClr val="00B0F0"/>
                </a:solidFill>
                <a:latin typeface="Verdana Pro"/>
                <a:ea typeface="Calibri"/>
                <a:cs typeface="Calibri"/>
              </a:rPr>
              <a:t>Pain Points</a:t>
            </a:r>
          </a:p>
          <a:p>
            <a:r>
              <a:rPr lang="en-US" sz="2000">
                <a:solidFill>
                  <a:schemeClr val="bg1"/>
                </a:solidFill>
                <a:latin typeface="Verdana Pro"/>
                <a:ea typeface="Calibri"/>
                <a:cs typeface="Calibri"/>
              </a:rPr>
              <a:t>Manual journey discovery is slow, incomplete, and error-prone</a:t>
            </a:r>
          </a:p>
          <a:p>
            <a:r>
              <a:rPr lang="en-US" sz="2000">
                <a:solidFill>
                  <a:schemeClr val="bg1"/>
                </a:solidFill>
                <a:latin typeface="Verdana Pro"/>
                <a:ea typeface="Calibri"/>
                <a:cs typeface="Calibri"/>
              </a:rPr>
              <a:t>Changes in flow breaks existing test cases, causing high maintenance costs</a:t>
            </a:r>
          </a:p>
          <a:p>
            <a:r>
              <a:rPr lang="en-US" sz="2000">
                <a:solidFill>
                  <a:schemeClr val="bg1"/>
                </a:solidFill>
                <a:latin typeface="Verdana Pro"/>
                <a:ea typeface="Calibri"/>
                <a:cs typeface="Calibri"/>
              </a:rPr>
              <a:t>Different tech stacks require custom setups, slowing teams down</a:t>
            </a:r>
          </a:p>
          <a:p>
            <a:r>
              <a:rPr lang="en-US" sz="2000">
                <a:solidFill>
                  <a:schemeClr val="bg1"/>
                </a:solidFill>
                <a:latin typeface="Verdana Pro"/>
                <a:ea typeface="Calibri"/>
                <a:cs typeface="Calibri"/>
              </a:rPr>
              <a:t>Gaps in coverage appear when new flows aren’t documented or tested</a:t>
            </a:r>
          </a:p>
          <a:p>
            <a:r>
              <a:rPr lang="en-US" sz="2000">
                <a:solidFill>
                  <a:schemeClr val="bg1"/>
                </a:solidFill>
                <a:latin typeface="Verdana Pro"/>
                <a:ea typeface="Calibri"/>
                <a:cs typeface="Calibri"/>
              </a:rPr>
              <a:t>Scalability issues as applications grow</a:t>
            </a:r>
          </a:p>
          <a:p>
            <a:pPr marL="0" indent="0">
              <a:buNone/>
            </a:pPr>
            <a:endParaRPr lang="en-US" b="1" u="sng">
              <a:solidFill>
                <a:srgbClr val="00B0F0"/>
              </a:solidFill>
              <a:latin typeface="Verdana Pro"/>
              <a:ea typeface="Calibri"/>
              <a:cs typeface="Calibri"/>
            </a:endParaRPr>
          </a:p>
          <a:p>
            <a:endParaRPr lang="en-US" sz="2000">
              <a:solidFill>
                <a:schemeClr val="bg1"/>
              </a:solidFill>
              <a:latin typeface="Verdana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976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hand holding a digital symbol&#10;&#10;AI-generated content may be incorrect.">
            <a:extLst>
              <a:ext uri="{FF2B5EF4-FFF2-40B4-BE49-F238E27FC236}">
                <a16:creationId xmlns:a16="http://schemas.microsoft.com/office/drawing/2014/main" id="{0FFF7F6E-BCFC-2B82-9E2C-8BF7670A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58" r="790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B9807-7F14-032D-3493-72A647873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914" y="586857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b="1" u="sng">
                <a:solidFill>
                  <a:srgbClr val="00B0F0"/>
                </a:solidFill>
                <a:latin typeface="Verdana Pro"/>
                <a:cs typeface="Times New Roman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47B2A-8683-60F1-8931-41CC2310F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661" y="1572285"/>
            <a:ext cx="6172636" cy="371525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1400">
              <a:solidFill>
                <a:schemeClr val="bg1"/>
              </a:solidFill>
              <a:latin typeface="Verdana Pro"/>
            </a:endParaRPr>
          </a:p>
          <a:p>
            <a:r>
              <a:rPr lang="en-US" sz="2400">
                <a:solidFill>
                  <a:schemeClr val="bg1"/>
                </a:solidFill>
                <a:latin typeface="Verdana Pro"/>
                <a:ea typeface="+mn-lt"/>
                <a:cs typeface="+mn-lt"/>
              </a:rPr>
              <a:t>App-Agnostic, Automatic Journey Discovery </a:t>
            </a:r>
            <a:endParaRPr lang="en-US" sz="2400">
              <a:solidFill>
                <a:schemeClr val="bg1"/>
              </a:solidFill>
              <a:latin typeface="Verdana Pro"/>
              <a:cs typeface="Times New Roman"/>
            </a:endParaRPr>
          </a:p>
          <a:p>
            <a:r>
              <a:rPr lang="en-US" sz="2400">
                <a:solidFill>
                  <a:schemeClr val="bg1"/>
                </a:solidFill>
                <a:latin typeface="Verdana Pro"/>
                <a:ea typeface="+mn-lt"/>
                <a:cs typeface="+mn-lt"/>
              </a:rPr>
              <a:t>LLM-Powered Behavior Understanding &amp; Test Generation </a:t>
            </a:r>
            <a:endParaRPr lang="en-US" sz="2400">
              <a:solidFill>
                <a:schemeClr val="bg1"/>
              </a:solidFill>
              <a:latin typeface="Verdana Pro"/>
              <a:cs typeface="Times New Roman"/>
            </a:endParaRPr>
          </a:p>
          <a:p>
            <a:r>
              <a:rPr lang="en-US" sz="2400">
                <a:solidFill>
                  <a:schemeClr val="bg1"/>
                </a:solidFill>
                <a:latin typeface="Verdana Pro"/>
                <a:ea typeface="+mn-lt"/>
                <a:cs typeface="+mn-lt"/>
              </a:rPr>
              <a:t>Automated Execution via a Stable, Deterministic Engine </a:t>
            </a:r>
            <a:endParaRPr lang="en-US" sz="2400">
              <a:solidFill>
                <a:schemeClr val="bg1"/>
              </a:solidFill>
              <a:latin typeface="Verdana Pro"/>
              <a:cs typeface="Times New Roman"/>
            </a:endParaRPr>
          </a:p>
          <a:p>
            <a:r>
              <a:rPr lang="en-US" sz="2400">
                <a:solidFill>
                  <a:schemeClr val="bg1"/>
                </a:solidFill>
                <a:latin typeface="Verdana Pro"/>
                <a:ea typeface="+mn-lt"/>
                <a:cs typeface="+mn-lt"/>
              </a:rPr>
              <a:t>Self-Updating Test Cases as Code Evolves </a:t>
            </a:r>
            <a:endParaRPr lang="en-US" sz="2400">
              <a:solidFill>
                <a:schemeClr val="bg1"/>
              </a:solidFill>
              <a:latin typeface="Verdana Pro"/>
              <a:cs typeface="Times New Roman"/>
            </a:endParaRPr>
          </a:p>
          <a:p>
            <a:r>
              <a:rPr lang="en-US" sz="2400">
                <a:solidFill>
                  <a:schemeClr val="bg1"/>
                </a:solidFill>
                <a:latin typeface="Verdana Pro"/>
                <a:ea typeface="+mn-lt"/>
                <a:cs typeface="+mn-lt"/>
              </a:rPr>
              <a:t>80–90% Reduction in Test Creation &amp; Maintenance Effort</a:t>
            </a:r>
            <a:endParaRPr lang="en-US" sz="2400">
              <a:solidFill>
                <a:schemeClr val="bg1"/>
              </a:solidFill>
              <a:latin typeface="Verdana Pro"/>
              <a:cs typeface="Times New Roman"/>
            </a:endParaRPr>
          </a:p>
          <a:p>
            <a:pPr marL="0" indent="0">
              <a:buNone/>
            </a:pPr>
            <a:endParaRPr lang="en-US" sz="1400" b="1">
              <a:solidFill>
                <a:schemeClr val="bg1"/>
              </a:solidFill>
              <a:latin typeface="Verdana Pro"/>
            </a:endParaRPr>
          </a:p>
        </p:txBody>
      </p:sp>
    </p:spTree>
    <p:extLst>
      <p:ext uri="{BB962C8B-B14F-4D97-AF65-F5344CB8AC3E}">
        <p14:creationId xmlns:p14="http://schemas.microsoft.com/office/powerpoint/2010/main" val="188207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3CAEF-FF69-4564-20E7-F7B32033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7EE0-A9AE-69B1-3A59-46FFF1A1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7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>
                <a:solidFill>
                  <a:srgbClr val="00B0F0"/>
                </a:solidFill>
                <a:latin typeface="Verdana Pro"/>
                <a:ea typeface="+mj-lt"/>
                <a:cs typeface="Times New Roman"/>
              </a:rPr>
              <a:t>Solution Architecture</a:t>
            </a:r>
            <a:endParaRPr lang="en-US" b="1" u="sng">
              <a:solidFill>
                <a:srgbClr val="00B0F0"/>
              </a:solidFill>
              <a:latin typeface="Verdana Pro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E795-91AC-7C65-F7D3-CBB0CC235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4" name="Picture 3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0741CADF-F4C1-1015-3E25-4A42E116B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463768"/>
            <a:ext cx="93345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1548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C8196-0DF1-E361-EF45-1986A815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E2AD-5A6D-F1A0-6ABC-674BFA4C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323" y="268112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u="sng">
                <a:solidFill>
                  <a:srgbClr val="00B0F0"/>
                </a:solidFill>
                <a:latin typeface="Verdana Pro"/>
                <a:ea typeface="+mj-lt"/>
                <a:cs typeface="Times New Roman"/>
              </a:rPr>
              <a:t>Demo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E05B4-5EE7-D101-2C3D-5ECBAABF7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9752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7B042-5866-E2A0-12E2-B386630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769"/>
            <a:ext cx="10515600" cy="1325563"/>
          </a:xfrm>
        </p:spPr>
        <p:txBody>
          <a:bodyPr/>
          <a:lstStyle/>
          <a:p>
            <a:pPr algn="ctr"/>
            <a:r>
              <a:rPr lang="en-US" b="1" u="sng">
                <a:solidFill>
                  <a:srgbClr val="00B0F0"/>
                </a:solidFill>
                <a:latin typeface="Verdana Pro"/>
                <a:ea typeface="+mj-lt"/>
                <a:cs typeface="+mj-lt"/>
              </a:rPr>
              <a:t>Key Impact</a:t>
            </a:r>
            <a:endParaRPr lang="en-US" b="1" u="sng">
              <a:solidFill>
                <a:srgbClr val="00B0F0"/>
              </a:solidFill>
              <a:latin typeface="Verdana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C3D0B-0FD9-1342-81D0-83E786A9A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5" name="Picture 4" descr="Key E2E Metrics: Improvement After VisTel (Release Delay)">
            <a:extLst>
              <a:ext uri="{FF2B5EF4-FFF2-40B4-BE49-F238E27FC236}">
                <a16:creationId xmlns:a16="http://schemas.microsoft.com/office/drawing/2014/main" id="{9C5269EA-241A-B6D1-6907-03F12DA7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957" y="1439828"/>
            <a:ext cx="9084589" cy="473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137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42494-EC93-A67E-3382-32304835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 u="sng">
                <a:solidFill>
                  <a:srgbClr val="00B0F0"/>
                </a:solidFill>
                <a:latin typeface="Verdana Pro"/>
                <a:ea typeface="+mj-lt"/>
                <a:cs typeface="+mj-lt"/>
              </a:rPr>
              <a:t>What’s Next: The Road Ahead</a:t>
            </a:r>
            <a:endParaRPr lang="en-US" b="1" u="sng">
              <a:solidFill>
                <a:srgbClr val="00B0F0"/>
              </a:solidFill>
              <a:latin typeface="Verdana Pro"/>
              <a:cs typeface="Times New Roman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F1708C-B11E-D384-957F-78193A982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53136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177092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9F898-372D-8476-B46B-7E9AEFCA9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931180" y="1109243"/>
            <a:ext cx="4842710" cy="4842710"/>
            <a:chOff x="931180" y="1109243"/>
            <a:chExt cx="5290997" cy="5290997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1180" y="1109243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1180" y="1109243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1" name="Graphic 6" descr="Handshake">
            <a:extLst>
              <a:ext uri="{FF2B5EF4-FFF2-40B4-BE49-F238E27FC236}">
                <a16:creationId xmlns:a16="http://schemas.microsoft.com/office/drawing/2014/main" id="{B63712F1-80CA-966C-336A-164D35491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9077" y="1921941"/>
            <a:ext cx="3217333" cy="32173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7914B80-D396-CC55-110E-ADA76B01C5F3}"/>
              </a:ext>
            </a:extLst>
          </p:cNvPr>
          <p:cNvSpPr txBox="1"/>
          <p:nvPr/>
        </p:nvSpPr>
        <p:spPr>
          <a:xfrm>
            <a:off x="6096000" y="2159000"/>
            <a:ext cx="60960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0" baseline="0">
                <a:solidFill>
                  <a:srgbClr val="FFFFFF"/>
                </a:solidFill>
                <a:latin typeface="Verdana Pro"/>
              </a:rPr>
              <a:t>Thank You</a:t>
            </a:r>
            <a:r>
              <a:rPr sz="8000">
                <a:latin typeface="Verdana Pro"/>
                <a:ea typeface="Verdana Pro"/>
                <a:cs typeface="Verdana Pro"/>
              </a:rPr>
              <a:t>​</a:t>
            </a:r>
            <a:endParaRPr lang="en-US">
              <a:latin typeface="Verdana Pro"/>
            </a:endParaRPr>
          </a:p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109511-5869-6A9C-FDA4-D57622F308F2}"/>
              </a:ext>
            </a:extLst>
          </p:cNvPr>
          <p:cNvSpPr txBox="1"/>
          <p:nvPr/>
        </p:nvSpPr>
        <p:spPr>
          <a:xfrm>
            <a:off x="10194637" y="3371272"/>
            <a:ext cx="178954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aseline="0">
                <a:solidFill>
                  <a:srgbClr val="FFFFFF"/>
                </a:solidFill>
                <a:latin typeface="Times New Roman"/>
              </a:rPr>
              <a:t>-</a:t>
            </a:r>
            <a:r>
              <a:rPr lang="en-US" sz="2800" baseline="0" err="1">
                <a:solidFill>
                  <a:srgbClr val="FFFFFF"/>
                </a:solidFill>
                <a:latin typeface="Verdana Pro"/>
              </a:rPr>
              <a:t>VisTel</a:t>
            </a:r>
            <a:r>
              <a:rPr sz="2800">
                <a:latin typeface="Verdana Pro"/>
                <a:ea typeface="Times New Roman"/>
                <a:cs typeface="Times New Roman"/>
              </a:rPr>
              <a:t>​</a:t>
            </a:r>
            <a:endParaRPr lang="en-US">
              <a:latin typeface="Verdana Pro"/>
            </a:endParaRPr>
          </a:p>
          <a:p>
            <a:pPr algn="ctr"/>
            <a:endParaRPr lang="en-US">
              <a:latin typeface="Verdana Pro"/>
            </a:endParaRPr>
          </a:p>
        </p:txBody>
      </p:sp>
    </p:spTree>
    <p:extLst>
      <p:ext uri="{BB962C8B-B14F-4D97-AF65-F5344CB8AC3E}">
        <p14:creationId xmlns:p14="http://schemas.microsoft.com/office/powerpoint/2010/main" val="404969626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VisTel</vt:lpstr>
      <vt:lpstr>PowerPoint Presentation</vt:lpstr>
      <vt:lpstr>Solution</vt:lpstr>
      <vt:lpstr>Solution Architecture</vt:lpstr>
      <vt:lpstr>Demo</vt:lpstr>
      <vt:lpstr>Key Impact</vt:lpstr>
      <vt:lpstr>What’s Next: The Road Ahead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2025-11-19T04:42:18Z</dcterms:created>
  <dcterms:modified xsi:type="dcterms:W3CDTF">2025-11-21T06:12:36Z</dcterms:modified>
</cp:coreProperties>
</file>